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6" autoAdjust="0"/>
    <p:restoredTop sz="94660"/>
  </p:normalViewPr>
  <p:slideViewPr>
    <p:cSldViewPr snapToGrid="0">
      <p:cViewPr varScale="1">
        <p:scale>
          <a:sx n="103" d="100"/>
          <a:sy n="103" d="100"/>
        </p:scale>
        <p:origin x="132"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88022-2903-5A7B-567A-216512191C47}"/>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nl-BE"/>
          </a:p>
        </p:txBody>
      </p:sp>
      <p:sp>
        <p:nvSpPr>
          <p:cNvPr id="3" name="Subtitle 2">
            <a:extLst>
              <a:ext uri="{FF2B5EF4-FFF2-40B4-BE49-F238E27FC236}">
                <a16:creationId xmlns:a16="http://schemas.microsoft.com/office/drawing/2014/main" id="{E0F53FE0-3CFE-7D75-9FAF-62039952176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nl-BE"/>
          </a:p>
        </p:txBody>
      </p:sp>
      <p:sp>
        <p:nvSpPr>
          <p:cNvPr id="4" name="Date Placeholder 3">
            <a:extLst>
              <a:ext uri="{FF2B5EF4-FFF2-40B4-BE49-F238E27FC236}">
                <a16:creationId xmlns:a16="http://schemas.microsoft.com/office/drawing/2014/main" id="{49D2D0FB-9CDC-861B-7918-5700035F1927}"/>
              </a:ext>
            </a:extLst>
          </p:cNvPr>
          <p:cNvSpPr>
            <a:spLocks noGrp="1"/>
          </p:cNvSpPr>
          <p:nvPr>
            <p:ph type="dt" sz="half" idx="10"/>
          </p:nvPr>
        </p:nvSpPr>
        <p:spPr/>
        <p:txBody>
          <a:bodyPr/>
          <a:lstStyle/>
          <a:p>
            <a:fld id="{A25F1918-5973-4FC9-B50F-499E20EE1327}" type="datetimeFigureOut">
              <a:rPr lang="nl-BE" smtClean="0"/>
              <a:t>13/02/2025</a:t>
            </a:fld>
            <a:endParaRPr lang="nl-BE"/>
          </a:p>
        </p:txBody>
      </p:sp>
      <p:sp>
        <p:nvSpPr>
          <p:cNvPr id="5" name="Footer Placeholder 4">
            <a:extLst>
              <a:ext uri="{FF2B5EF4-FFF2-40B4-BE49-F238E27FC236}">
                <a16:creationId xmlns:a16="http://schemas.microsoft.com/office/drawing/2014/main" id="{4DCAC357-D2C6-9B19-2D26-1F34BCA964D5}"/>
              </a:ext>
            </a:extLst>
          </p:cNvPr>
          <p:cNvSpPr>
            <a:spLocks noGrp="1"/>
          </p:cNvSpPr>
          <p:nvPr>
            <p:ph type="ftr" sz="quarter" idx="11"/>
          </p:nvPr>
        </p:nvSpPr>
        <p:spPr/>
        <p:txBody>
          <a:bodyPr/>
          <a:lstStyle/>
          <a:p>
            <a:endParaRPr lang="nl-BE"/>
          </a:p>
        </p:txBody>
      </p:sp>
      <p:sp>
        <p:nvSpPr>
          <p:cNvPr id="6" name="Slide Number Placeholder 5">
            <a:extLst>
              <a:ext uri="{FF2B5EF4-FFF2-40B4-BE49-F238E27FC236}">
                <a16:creationId xmlns:a16="http://schemas.microsoft.com/office/drawing/2014/main" id="{8F4A6521-23FA-7621-A226-689448D6B180}"/>
              </a:ext>
            </a:extLst>
          </p:cNvPr>
          <p:cNvSpPr>
            <a:spLocks noGrp="1"/>
          </p:cNvSpPr>
          <p:nvPr>
            <p:ph type="sldNum" sz="quarter" idx="12"/>
          </p:nvPr>
        </p:nvSpPr>
        <p:spPr/>
        <p:txBody>
          <a:bodyPr/>
          <a:lstStyle/>
          <a:p>
            <a:fld id="{1BFA3419-40FB-482B-9F84-2357D70766E8}" type="slidenum">
              <a:rPr lang="nl-BE" smtClean="0"/>
              <a:t>‹#›</a:t>
            </a:fld>
            <a:endParaRPr lang="nl-BE"/>
          </a:p>
        </p:txBody>
      </p:sp>
    </p:spTree>
    <p:extLst>
      <p:ext uri="{BB962C8B-B14F-4D97-AF65-F5344CB8AC3E}">
        <p14:creationId xmlns:p14="http://schemas.microsoft.com/office/powerpoint/2010/main" val="7803577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E7859-46DE-E965-2247-0C44EAAAAC5A}"/>
              </a:ext>
            </a:extLst>
          </p:cNvPr>
          <p:cNvSpPr>
            <a:spLocks noGrp="1"/>
          </p:cNvSpPr>
          <p:nvPr>
            <p:ph type="title"/>
          </p:nvPr>
        </p:nvSpPr>
        <p:spPr/>
        <p:txBody>
          <a:bodyPr/>
          <a:lstStyle/>
          <a:p>
            <a:r>
              <a:rPr lang="en-GB"/>
              <a:t>Click to edit Master title style</a:t>
            </a:r>
            <a:endParaRPr lang="nl-BE"/>
          </a:p>
        </p:txBody>
      </p:sp>
      <p:sp>
        <p:nvSpPr>
          <p:cNvPr id="3" name="Content Placeholder 2">
            <a:extLst>
              <a:ext uri="{FF2B5EF4-FFF2-40B4-BE49-F238E27FC236}">
                <a16:creationId xmlns:a16="http://schemas.microsoft.com/office/drawing/2014/main" id="{BE71D234-0897-5C6E-3D64-4D28AA8ECA6E}"/>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4" name="Date Placeholder 3">
            <a:extLst>
              <a:ext uri="{FF2B5EF4-FFF2-40B4-BE49-F238E27FC236}">
                <a16:creationId xmlns:a16="http://schemas.microsoft.com/office/drawing/2014/main" id="{C54BFCBB-4265-A142-AFF6-4072BE6366FC}"/>
              </a:ext>
            </a:extLst>
          </p:cNvPr>
          <p:cNvSpPr>
            <a:spLocks noGrp="1"/>
          </p:cNvSpPr>
          <p:nvPr>
            <p:ph type="dt" sz="half" idx="10"/>
          </p:nvPr>
        </p:nvSpPr>
        <p:spPr/>
        <p:txBody>
          <a:bodyPr/>
          <a:lstStyle/>
          <a:p>
            <a:fld id="{A25F1918-5973-4FC9-B50F-499E20EE1327}" type="datetimeFigureOut">
              <a:rPr lang="nl-BE" smtClean="0"/>
              <a:t>13/02/2025</a:t>
            </a:fld>
            <a:endParaRPr lang="nl-BE"/>
          </a:p>
        </p:txBody>
      </p:sp>
      <p:sp>
        <p:nvSpPr>
          <p:cNvPr id="5" name="Footer Placeholder 4">
            <a:extLst>
              <a:ext uri="{FF2B5EF4-FFF2-40B4-BE49-F238E27FC236}">
                <a16:creationId xmlns:a16="http://schemas.microsoft.com/office/drawing/2014/main" id="{0DE5600E-DA64-1777-A943-D98BC21CB1BB}"/>
              </a:ext>
            </a:extLst>
          </p:cNvPr>
          <p:cNvSpPr>
            <a:spLocks noGrp="1"/>
          </p:cNvSpPr>
          <p:nvPr>
            <p:ph type="ftr" sz="quarter" idx="11"/>
          </p:nvPr>
        </p:nvSpPr>
        <p:spPr/>
        <p:txBody>
          <a:bodyPr/>
          <a:lstStyle/>
          <a:p>
            <a:endParaRPr lang="nl-BE"/>
          </a:p>
        </p:txBody>
      </p:sp>
      <p:sp>
        <p:nvSpPr>
          <p:cNvPr id="6" name="Slide Number Placeholder 5">
            <a:extLst>
              <a:ext uri="{FF2B5EF4-FFF2-40B4-BE49-F238E27FC236}">
                <a16:creationId xmlns:a16="http://schemas.microsoft.com/office/drawing/2014/main" id="{EB1977CC-CBA4-5229-9DD1-29DBA28F0D3E}"/>
              </a:ext>
            </a:extLst>
          </p:cNvPr>
          <p:cNvSpPr>
            <a:spLocks noGrp="1"/>
          </p:cNvSpPr>
          <p:nvPr>
            <p:ph type="sldNum" sz="quarter" idx="12"/>
          </p:nvPr>
        </p:nvSpPr>
        <p:spPr/>
        <p:txBody>
          <a:bodyPr/>
          <a:lstStyle/>
          <a:p>
            <a:fld id="{1BFA3419-40FB-482B-9F84-2357D70766E8}" type="slidenum">
              <a:rPr lang="nl-BE" smtClean="0"/>
              <a:t>‹#›</a:t>
            </a:fld>
            <a:endParaRPr lang="nl-BE"/>
          </a:p>
        </p:txBody>
      </p:sp>
    </p:spTree>
    <p:extLst>
      <p:ext uri="{BB962C8B-B14F-4D97-AF65-F5344CB8AC3E}">
        <p14:creationId xmlns:p14="http://schemas.microsoft.com/office/powerpoint/2010/main" val="12325021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1C9F7-0CCD-ACF8-AE2C-16ED6B2F6F2E}"/>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nl-BE"/>
          </a:p>
        </p:txBody>
      </p:sp>
      <p:sp>
        <p:nvSpPr>
          <p:cNvPr id="3" name="Text Placeholder 2">
            <a:extLst>
              <a:ext uri="{FF2B5EF4-FFF2-40B4-BE49-F238E27FC236}">
                <a16:creationId xmlns:a16="http://schemas.microsoft.com/office/drawing/2014/main" id="{701808DF-8506-F30D-1236-0978B8CBAB0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FFF6CBD-4CF9-39B0-8882-B9AA26AF3F2E}"/>
              </a:ext>
            </a:extLst>
          </p:cNvPr>
          <p:cNvSpPr>
            <a:spLocks noGrp="1"/>
          </p:cNvSpPr>
          <p:nvPr>
            <p:ph type="dt" sz="half" idx="10"/>
          </p:nvPr>
        </p:nvSpPr>
        <p:spPr/>
        <p:txBody>
          <a:bodyPr/>
          <a:lstStyle/>
          <a:p>
            <a:fld id="{A25F1918-5973-4FC9-B50F-499E20EE1327}" type="datetimeFigureOut">
              <a:rPr lang="nl-BE" smtClean="0"/>
              <a:t>13/02/2025</a:t>
            </a:fld>
            <a:endParaRPr lang="nl-BE"/>
          </a:p>
        </p:txBody>
      </p:sp>
      <p:sp>
        <p:nvSpPr>
          <p:cNvPr id="5" name="Footer Placeholder 4">
            <a:extLst>
              <a:ext uri="{FF2B5EF4-FFF2-40B4-BE49-F238E27FC236}">
                <a16:creationId xmlns:a16="http://schemas.microsoft.com/office/drawing/2014/main" id="{3CBC4951-103B-174F-6DCD-8607B67AC5BC}"/>
              </a:ext>
            </a:extLst>
          </p:cNvPr>
          <p:cNvSpPr>
            <a:spLocks noGrp="1"/>
          </p:cNvSpPr>
          <p:nvPr>
            <p:ph type="ftr" sz="quarter" idx="11"/>
          </p:nvPr>
        </p:nvSpPr>
        <p:spPr/>
        <p:txBody>
          <a:bodyPr/>
          <a:lstStyle/>
          <a:p>
            <a:endParaRPr lang="nl-BE"/>
          </a:p>
        </p:txBody>
      </p:sp>
      <p:sp>
        <p:nvSpPr>
          <p:cNvPr id="6" name="Slide Number Placeholder 5">
            <a:extLst>
              <a:ext uri="{FF2B5EF4-FFF2-40B4-BE49-F238E27FC236}">
                <a16:creationId xmlns:a16="http://schemas.microsoft.com/office/drawing/2014/main" id="{06A11765-06F4-7D5C-55E3-D980BD20DB0C}"/>
              </a:ext>
            </a:extLst>
          </p:cNvPr>
          <p:cNvSpPr>
            <a:spLocks noGrp="1"/>
          </p:cNvSpPr>
          <p:nvPr>
            <p:ph type="sldNum" sz="quarter" idx="12"/>
          </p:nvPr>
        </p:nvSpPr>
        <p:spPr/>
        <p:txBody>
          <a:bodyPr/>
          <a:lstStyle/>
          <a:p>
            <a:fld id="{1BFA3419-40FB-482B-9F84-2357D70766E8}" type="slidenum">
              <a:rPr lang="nl-BE" smtClean="0"/>
              <a:t>‹#›</a:t>
            </a:fld>
            <a:endParaRPr lang="nl-BE"/>
          </a:p>
        </p:txBody>
      </p:sp>
    </p:spTree>
    <p:extLst>
      <p:ext uri="{BB962C8B-B14F-4D97-AF65-F5344CB8AC3E}">
        <p14:creationId xmlns:p14="http://schemas.microsoft.com/office/powerpoint/2010/main" val="38520323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BCC7D-8ACE-CD62-68F3-5344DADE3254}"/>
              </a:ext>
            </a:extLst>
          </p:cNvPr>
          <p:cNvSpPr>
            <a:spLocks noGrp="1"/>
          </p:cNvSpPr>
          <p:nvPr>
            <p:ph type="title"/>
          </p:nvPr>
        </p:nvSpPr>
        <p:spPr/>
        <p:txBody>
          <a:bodyPr/>
          <a:lstStyle/>
          <a:p>
            <a:r>
              <a:rPr lang="en-GB"/>
              <a:t>Click to edit Master title style</a:t>
            </a:r>
            <a:endParaRPr lang="nl-BE"/>
          </a:p>
        </p:txBody>
      </p:sp>
      <p:sp>
        <p:nvSpPr>
          <p:cNvPr id="3" name="Content Placeholder 2">
            <a:extLst>
              <a:ext uri="{FF2B5EF4-FFF2-40B4-BE49-F238E27FC236}">
                <a16:creationId xmlns:a16="http://schemas.microsoft.com/office/drawing/2014/main" id="{387A6D14-D32A-4225-FD0B-4FD82E603835}"/>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4" name="Content Placeholder 3">
            <a:extLst>
              <a:ext uri="{FF2B5EF4-FFF2-40B4-BE49-F238E27FC236}">
                <a16:creationId xmlns:a16="http://schemas.microsoft.com/office/drawing/2014/main" id="{61BB4FD0-CF2E-6B20-F71F-82B6D7DD8155}"/>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5" name="Date Placeholder 4">
            <a:extLst>
              <a:ext uri="{FF2B5EF4-FFF2-40B4-BE49-F238E27FC236}">
                <a16:creationId xmlns:a16="http://schemas.microsoft.com/office/drawing/2014/main" id="{94B3D0C0-C1CF-74FC-61B8-256227FF579A}"/>
              </a:ext>
            </a:extLst>
          </p:cNvPr>
          <p:cNvSpPr>
            <a:spLocks noGrp="1"/>
          </p:cNvSpPr>
          <p:nvPr>
            <p:ph type="dt" sz="half" idx="10"/>
          </p:nvPr>
        </p:nvSpPr>
        <p:spPr/>
        <p:txBody>
          <a:bodyPr/>
          <a:lstStyle/>
          <a:p>
            <a:fld id="{A25F1918-5973-4FC9-B50F-499E20EE1327}" type="datetimeFigureOut">
              <a:rPr lang="nl-BE" smtClean="0"/>
              <a:t>13/02/2025</a:t>
            </a:fld>
            <a:endParaRPr lang="nl-BE"/>
          </a:p>
        </p:txBody>
      </p:sp>
      <p:sp>
        <p:nvSpPr>
          <p:cNvPr id="6" name="Footer Placeholder 5">
            <a:extLst>
              <a:ext uri="{FF2B5EF4-FFF2-40B4-BE49-F238E27FC236}">
                <a16:creationId xmlns:a16="http://schemas.microsoft.com/office/drawing/2014/main" id="{EF7C47BA-3570-AB99-DD88-431C5B12B796}"/>
              </a:ext>
            </a:extLst>
          </p:cNvPr>
          <p:cNvSpPr>
            <a:spLocks noGrp="1"/>
          </p:cNvSpPr>
          <p:nvPr>
            <p:ph type="ftr" sz="quarter" idx="11"/>
          </p:nvPr>
        </p:nvSpPr>
        <p:spPr/>
        <p:txBody>
          <a:bodyPr/>
          <a:lstStyle/>
          <a:p>
            <a:endParaRPr lang="nl-BE"/>
          </a:p>
        </p:txBody>
      </p:sp>
      <p:sp>
        <p:nvSpPr>
          <p:cNvPr id="7" name="Slide Number Placeholder 6">
            <a:extLst>
              <a:ext uri="{FF2B5EF4-FFF2-40B4-BE49-F238E27FC236}">
                <a16:creationId xmlns:a16="http://schemas.microsoft.com/office/drawing/2014/main" id="{D6859A94-5864-97E1-37B4-6941854F37C1}"/>
              </a:ext>
            </a:extLst>
          </p:cNvPr>
          <p:cNvSpPr>
            <a:spLocks noGrp="1"/>
          </p:cNvSpPr>
          <p:nvPr>
            <p:ph type="sldNum" sz="quarter" idx="12"/>
          </p:nvPr>
        </p:nvSpPr>
        <p:spPr/>
        <p:txBody>
          <a:bodyPr/>
          <a:lstStyle/>
          <a:p>
            <a:fld id="{1BFA3419-40FB-482B-9F84-2357D70766E8}" type="slidenum">
              <a:rPr lang="nl-BE" smtClean="0"/>
              <a:t>‹#›</a:t>
            </a:fld>
            <a:endParaRPr lang="nl-BE"/>
          </a:p>
        </p:txBody>
      </p:sp>
    </p:spTree>
    <p:extLst>
      <p:ext uri="{BB962C8B-B14F-4D97-AF65-F5344CB8AC3E}">
        <p14:creationId xmlns:p14="http://schemas.microsoft.com/office/powerpoint/2010/main" val="40245006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811CC-48F4-2CCE-AD87-4030719A7FC6}"/>
              </a:ext>
            </a:extLst>
          </p:cNvPr>
          <p:cNvSpPr>
            <a:spLocks noGrp="1"/>
          </p:cNvSpPr>
          <p:nvPr>
            <p:ph type="title"/>
          </p:nvPr>
        </p:nvSpPr>
        <p:spPr>
          <a:xfrm>
            <a:off x="839788" y="365125"/>
            <a:ext cx="10515600" cy="1325563"/>
          </a:xfrm>
        </p:spPr>
        <p:txBody>
          <a:bodyPr/>
          <a:lstStyle/>
          <a:p>
            <a:r>
              <a:rPr lang="en-GB"/>
              <a:t>Click to edit Master title style</a:t>
            </a:r>
            <a:endParaRPr lang="nl-BE"/>
          </a:p>
        </p:txBody>
      </p:sp>
      <p:sp>
        <p:nvSpPr>
          <p:cNvPr id="3" name="Text Placeholder 2">
            <a:extLst>
              <a:ext uri="{FF2B5EF4-FFF2-40B4-BE49-F238E27FC236}">
                <a16:creationId xmlns:a16="http://schemas.microsoft.com/office/drawing/2014/main" id="{CEECAEDA-6A61-0FAD-EC4F-66F5F8549DE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4103DCB5-5FE2-2E8D-0F34-175311B65174}"/>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5" name="Text Placeholder 4">
            <a:extLst>
              <a:ext uri="{FF2B5EF4-FFF2-40B4-BE49-F238E27FC236}">
                <a16:creationId xmlns:a16="http://schemas.microsoft.com/office/drawing/2014/main" id="{31C8FD2C-1B58-7179-7ABC-3D973B5EB57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D1E93632-EB07-49E2-702C-CE1117FE6916}"/>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7" name="Date Placeholder 6">
            <a:extLst>
              <a:ext uri="{FF2B5EF4-FFF2-40B4-BE49-F238E27FC236}">
                <a16:creationId xmlns:a16="http://schemas.microsoft.com/office/drawing/2014/main" id="{41167448-80F2-B1F7-18A1-4C6A81A4A3FC}"/>
              </a:ext>
            </a:extLst>
          </p:cNvPr>
          <p:cNvSpPr>
            <a:spLocks noGrp="1"/>
          </p:cNvSpPr>
          <p:nvPr>
            <p:ph type="dt" sz="half" idx="10"/>
          </p:nvPr>
        </p:nvSpPr>
        <p:spPr/>
        <p:txBody>
          <a:bodyPr/>
          <a:lstStyle/>
          <a:p>
            <a:fld id="{A25F1918-5973-4FC9-B50F-499E20EE1327}" type="datetimeFigureOut">
              <a:rPr lang="nl-BE" smtClean="0"/>
              <a:t>13/02/2025</a:t>
            </a:fld>
            <a:endParaRPr lang="nl-BE"/>
          </a:p>
        </p:txBody>
      </p:sp>
      <p:sp>
        <p:nvSpPr>
          <p:cNvPr id="8" name="Footer Placeholder 7">
            <a:extLst>
              <a:ext uri="{FF2B5EF4-FFF2-40B4-BE49-F238E27FC236}">
                <a16:creationId xmlns:a16="http://schemas.microsoft.com/office/drawing/2014/main" id="{F0BCD344-D363-E6C6-5382-1681751EFDEE}"/>
              </a:ext>
            </a:extLst>
          </p:cNvPr>
          <p:cNvSpPr>
            <a:spLocks noGrp="1"/>
          </p:cNvSpPr>
          <p:nvPr>
            <p:ph type="ftr" sz="quarter" idx="11"/>
          </p:nvPr>
        </p:nvSpPr>
        <p:spPr/>
        <p:txBody>
          <a:bodyPr/>
          <a:lstStyle/>
          <a:p>
            <a:endParaRPr lang="nl-BE"/>
          </a:p>
        </p:txBody>
      </p:sp>
      <p:sp>
        <p:nvSpPr>
          <p:cNvPr id="9" name="Slide Number Placeholder 8">
            <a:extLst>
              <a:ext uri="{FF2B5EF4-FFF2-40B4-BE49-F238E27FC236}">
                <a16:creationId xmlns:a16="http://schemas.microsoft.com/office/drawing/2014/main" id="{B12CF073-3179-7B39-5703-89B683CCF988}"/>
              </a:ext>
            </a:extLst>
          </p:cNvPr>
          <p:cNvSpPr>
            <a:spLocks noGrp="1"/>
          </p:cNvSpPr>
          <p:nvPr>
            <p:ph type="sldNum" sz="quarter" idx="12"/>
          </p:nvPr>
        </p:nvSpPr>
        <p:spPr/>
        <p:txBody>
          <a:bodyPr/>
          <a:lstStyle/>
          <a:p>
            <a:fld id="{1BFA3419-40FB-482B-9F84-2357D70766E8}" type="slidenum">
              <a:rPr lang="nl-BE" smtClean="0"/>
              <a:t>‹#›</a:t>
            </a:fld>
            <a:endParaRPr lang="nl-BE"/>
          </a:p>
        </p:txBody>
      </p:sp>
    </p:spTree>
    <p:extLst>
      <p:ext uri="{BB962C8B-B14F-4D97-AF65-F5344CB8AC3E}">
        <p14:creationId xmlns:p14="http://schemas.microsoft.com/office/powerpoint/2010/main" val="34038869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70BD2-418F-0259-42A5-8DD96C151396}"/>
              </a:ext>
            </a:extLst>
          </p:cNvPr>
          <p:cNvSpPr>
            <a:spLocks noGrp="1"/>
          </p:cNvSpPr>
          <p:nvPr>
            <p:ph type="title"/>
          </p:nvPr>
        </p:nvSpPr>
        <p:spPr/>
        <p:txBody>
          <a:bodyPr/>
          <a:lstStyle/>
          <a:p>
            <a:r>
              <a:rPr lang="en-GB"/>
              <a:t>Click to edit Master title style</a:t>
            </a:r>
            <a:endParaRPr lang="nl-BE"/>
          </a:p>
        </p:txBody>
      </p:sp>
      <p:sp>
        <p:nvSpPr>
          <p:cNvPr id="3" name="Date Placeholder 2">
            <a:extLst>
              <a:ext uri="{FF2B5EF4-FFF2-40B4-BE49-F238E27FC236}">
                <a16:creationId xmlns:a16="http://schemas.microsoft.com/office/drawing/2014/main" id="{D6012686-9BBF-EE2D-E746-4C8381BEDB77}"/>
              </a:ext>
            </a:extLst>
          </p:cNvPr>
          <p:cNvSpPr>
            <a:spLocks noGrp="1"/>
          </p:cNvSpPr>
          <p:nvPr>
            <p:ph type="dt" sz="half" idx="10"/>
          </p:nvPr>
        </p:nvSpPr>
        <p:spPr/>
        <p:txBody>
          <a:bodyPr/>
          <a:lstStyle/>
          <a:p>
            <a:fld id="{A25F1918-5973-4FC9-B50F-499E20EE1327}" type="datetimeFigureOut">
              <a:rPr lang="nl-BE" smtClean="0"/>
              <a:t>13/02/2025</a:t>
            </a:fld>
            <a:endParaRPr lang="nl-BE"/>
          </a:p>
        </p:txBody>
      </p:sp>
      <p:sp>
        <p:nvSpPr>
          <p:cNvPr id="4" name="Footer Placeholder 3">
            <a:extLst>
              <a:ext uri="{FF2B5EF4-FFF2-40B4-BE49-F238E27FC236}">
                <a16:creationId xmlns:a16="http://schemas.microsoft.com/office/drawing/2014/main" id="{93C928DB-CBC3-26C8-DAC9-7C4AAAE6116C}"/>
              </a:ext>
            </a:extLst>
          </p:cNvPr>
          <p:cNvSpPr>
            <a:spLocks noGrp="1"/>
          </p:cNvSpPr>
          <p:nvPr>
            <p:ph type="ftr" sz="quarter" idx="11"/>
          </p:nvPr>
        </p:nvSpPr>
        <p:spPr/>
        <p:txBody>
          <a:bodyPr/>
          <a:lstStyle/>
          <a:p>
            <a:endParaRPr lang="nl-BE"/>
          </a:p>
        </p:txBody>
      </p:sp>
      <p:sp>
        <p:nvSpPr>
          <p:cNvPr id="5" name="Slide Number Placeholder 4">
            <a:extLst>
              <a:ext uri="{FF2B5EF4-FFF2-40B4-BE49-F238E27FC236}">
                <a16:creationId xmlns:a16="http://schemas.microsoft.com/office/drawing/2014/main" id="{2B59470F-60A8-EA20-6CF6-35F3E96A7476}"/>
              </a:ext>
            </a:extLst>
          </p:cNvPr>
          <p:cNvSpPr>
            <a:spLocks noGrp="1"/>
          </p:cNvSpPr>
          <p:nvPr>
            <p:ph type="sldNum" sz="quarter" idx="12"/>
          </p:nvPr>
        </p:nvSpPr>
        <p:spPr/>
        <p:txBody>
          <a:bodyPr/>
          <a:lstStyle/>
          <a:p>
            <a:fld id="{1BFA3419-40FB-482B-9F84-2357D70766E8}" type="slidenum">
              <a:rPr lang="nl-BE" smtClean="0"/>
              <a:t>‹#›</a:t>
            </a:fld>
            <a:endParaRPr lang="nl-BE"/>
          </a:p>
        </p:txBody>
      </p:sp>
    </p:spTree>
    <p:extLst>
      <p:ext uri="{BB962C8B-B14F-4D97-AF65-F5344CB8AC3E}">
        <p14:creationId xmlns:p14="http://schemas.microsoft.com/office/powerpoint/2010/main" val="20604710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9493912-41E3-51A2-1126-8B4D7F40889B}"/>
              </a:ext>
            </a:extLst>
          </p:cNvPr>
          <p:cNvSpPr>
            <a:spLocks noGrp="1"/>
          </p:cNvSpPr>
          <p:nvPr>
            <p:ph type="dt" sz="half" idx="10"/>
          </p:nvPr>
        </p:nvSpPr>
        <p:spPr/>
        <p:txBody>
          <a:bodyPr/>
          <a:lstStyle/>
          <a:p>
            <a:fld id="{A25F1918-5973-4FC9-B50F-499E20EE1327}" type="datetimeFigureOut">
              <a:rPr lang="nl-BE" smtClean="0"/>
              <a:t>13/02/2025</a:t>
            </a:fld>
            <a:endParaRPr lang="nl-BE"/>
          </a:p>
        </p:txBody>
      </p:sp>
      <p:sp>
        <p:nvSpPr>
          <p:cNvPr id="3" name="Footer Placeholder 2">
            <a:extLst>
              <a:ext uri="{FF2B5EF4-FFF2-40B4-BE49-F238E27FC236}">
                <a16:creationId xmlns:a16="http://schemas.microsoft.com/office/drawing/2014/main" id="{E5DAA796-90F8-783B-EC59-C1B29930F768}"/>
              </a:ext>
            </a:extLst>
          </p:cNvPr>
          <p:cNvSpPr>
            <a:spLocks noGrp="1"/>
          </p:cNvSpPr>
          <p:nvPr>
            <p:ph type="ftr" sz="quarter" idx="11"/>
          </p:nvPr>
        </p:nvSpPr>
        <p:spPr/>
        <p:txBody>
          <a:bodyPr/>
          <a:lstStyle/>
          <a:p>
            <a:endParaRPr lang="nl-BE"/>
          </a:p>
        </p:txBody>
      </p:sp>
      <p:sp>
        <p:nvSpPr>
          <p:cNvPr id="4" name="Slide Number Placeholder 3">
            <a:extLst>
              <a:ext uri="{FF2B5EF4-FFF2-40B4-BE49-F238E27FC236}">
                <a16:creationId xmlns:a16="http://schemas.microsoft.com/office/drawing/2014/main" id="{1D13817F-1309-A406-8D1C-B95A4BB61DE1}"/>
              </a:ext>
            </a:extLst>
          </p:cNvPr>
          <p:cNvSpPr>
            <a:spLocks noGrp="1"/>
          </p:cNvSpPr>
          <p:nvPr>
            <p:ph type="sldNum" sz="quarter" idx="12"/>
          </p:nvPr>
        </p:nvSpPr>
        <p:spPr/>
        <p:txBody>
          <a:bodyPr/>
          <a:lstStyle/>
          <a:p>
            <a:fld id="{1BFA3419-40FB-482B-9F84-2357D70766E8}" type="slidenum">
              <a:rPr lang="nl-BE" smtClean="0"/>
              <a:t>‹#›</a:t>
            </a:fld>
            <a:endParaRPr lang="nl-BE"/>
          </a:p>
        </p:txBody>
      </p:sp>
    </p:spTree>
    <p:extLst>
      <p:ext uri="{BB962C8B-B14F-4D97-AF65-F5344CB8AC3E}">
        <p14:creationId xmlns:p14="http://schemas.microsoft.com/office/powerpoint/2010/main" val="23315959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E2FE5-FD6C-F05B-039C-709B69587ED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nl-BE"/>
          </a:p>
        </p:txBody>
      </p:sp>
      <p:sp>
        <p:nvSpPr>
          <p:cNvPr id="3" name="Content Placeholder 2">
            <a:extLst>
              <a:ext uri="{FF2B5EF4-FFF2-40B4-BE49-F238E27FC236}">
                <a16:creationId xmlns:a16="http://schemas.microsoft.com/office/drawing/2014/main" id="{A61937A6-0B28-8C10-A16F-34EEDCF8FD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4" name="Text Placeholder 3">
            <a:extLst>
              <a:ext uri="{FF2B5EF4-FFF2-40B4-BE49-F238E27FC236}">
                <a16:creationId xmlns:a16="http://schemas.microsoft.com/office/drawing/2014/main" id="{8DAED077-9161-1873-D20F-7248F32EC9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B896F5D-E40D-C485-9091-C9B8F851CBDD}"/>
              </a:ext>
            </a:extLst>
          </p:cNvPr>
          <p:cNvSpPr>
            <a:spLocks noGrp="1"/>
          </p:cNvSpPr>
          <p:nvPr>
            <p:ph type="dt" sz="half" idx="10"/>
          </p:nvPr>
        </p:nvSpPr>
        <p:spPr/>
        <p:txBody>
          <a:bodyPr/>
          <a:lstStyle/>
          <a:p>
            <a:fld id="{A25F1918-5973-4FC9-B50F-499E20EE1327}" type="datetimeFigureOut">
              <a:rPr lang="nl-BE" smtClean="0"/>
              <a:t>13/02/2025</a:t>
            </a:fld>
            <a:endParaRPr lang="nl-BE"/>
          </a:p>
        </p:txBody>
      </p:sp>
      <p:sp>
        <p:nvSpPr>
          <p:cNvPr id="6" name="Footer Placeholder 5">
            <a:extLst>
              <a:ext uri="{FF2B5EF4-FFF2-40B4-BE49-F238E27FC236}">
                <a16:creationId xmlns:a16="http://schemas.microsoft.com/office/drawing/2014/main" id="{93A4751F-155F-6F8E-7C9A-5148BAE9A32B}"/>
              </a:ext>
            </a:extLst>
          </p:cNvPr>
          <p:cNvSpPr>
            <a:spLocks noGrp="1"/>
          </p:cNvSpPr>
          <p:nvPr>
            <p:ph type="ftr" sz="quarter" idx="11"/>
          </p:nvPr>
        </p:nvSpPr>
        <p:spPr/>
        <p:txBody>
          <a:bodyPr/>
          <a:lstStyle/>
          <a:p>
            <a:endParaRPr lang="nl-BE"/>
          </a:p>
        </p:txBody>
      </p:sp>
      <p:sp>
        <p:nvSpPr>
          <p:cNvPr id="7" name="Slide Number Placeholder 6">
            <a:extLst>
              <a:ext uri="{FF2B5EF4-FFF2-40B4-BE49-F238E27FC236}">
                <a16:creationId xmlns:a16="http://schemas.microsoft.com/office/drawing/2014/main" id="{9F676CCE-B075-30F9-2878-DF4875D52CF4}"/>
              </a:ext>
            </a:extLst>
          </p:cNvPr>
          <p:cNvSpPr>
            <a:spLocks noGrp="1"/>
          </p:cNvSpPr>
          <p:nvPr>
            <p:ph type="sldNum" sz="quarter" idx="12"/>
          </p:nvPr>
        </p:nvSpPr>
        <p:spPr/>
        <p:txBody>
          <a:bodyPr/>
          <a:lstStyle/>
          <a:p>
            <a:fld id="{1BFA3419-40FB-482B-9F84-2357D70766E8}" type="slidenum">
              <a:rPr lang="nl-BE" smtClean="0"/>
              <a:t>‹#›</a:t>
            </a:fld>
            <a:endParaRPr lang="nl-BE"/>
          </a:p>
        </p:txBody>
      </p:sp>
    </p:spTree>
    <p:extLst>
      <p:ext uri="{BB962C8B-B14F-4D97-AF65-F5344CB8AC3E}">
        <p14:creationId xmlns:p14="http://schemas.microsoft.com/office/powerpoint/2010/main" val="3156636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4F1B3-5AF5-02F3-1ED0-FC519A382E6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nl-BE"/>
          </a:p>
        </p:txBody>
      </p:sp>
      <p:sp>
        <p:nvSpPr>
          <p:cNvPr id="3" name="Picture Placeholder 2">
            <a:extLst>
              <a:ext uri="{FF2B5EF4-FFF2-40B4-BE49-F238E27FC236}">
                <a16:creationId xmlns:a16="http://schemas.microsoft.com/office/drawing/2014/main" id="{CD410058-8087-7E75-538C-6994CBE757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BE"/>
          </a:p>
        </p:txBody>
      </p:sp>
      <p:sp>
        <p:nvSpPr>
          <p:cNvPr id="4" name="Text Placeholder 3">
            <a:extLst>
              <a:ext uri="{FF2B5EF4-FFF2-40B4-BE49-F238E27FC236}">
                <a16:creationId xmlns:a16="http://schemas.microsoft.com/office/drawing/2014/main" id="{6A5BA833-92D7-594C-718D-ACFEC36722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B336D76-4AE3-1DBC-9AC3-85CFF4482C23}"/>
              </a:ext>
            </a:extLst>
          </p:cNvPr>
          <p:cNvSpPr>
            <a:spLocks noGrp="1"/>
          </p:cNvSpPr>
          <p:nvPr>
            <p:ph type="dt" sz="half" idx="10"/>
          </p:nvPr>
        </p:nvSpPr>
        <p:spPr/>
        <p:txBody>
          <a:bodyPr/>
          <a:lstStyle/>
          <a:p>
            <a:fld id="{A25F1918-5973-4FC9-B50F-499E20EE1327}" type="datetimeFigureOut">
              <a:rPr lang="nl-BE" smtClean="0"/>
              <a:t>13/02/2025</a:t>
            </a:fld>
            <a:endParaRPr lang="nl-BE"/>
          </a:p>
        </p:txBody>
      </p:sp>
      <p:sp>
        <p:nvSpPr>
          <p:cNvPr id="6" name="Footer Placeholder 5">
            <a:extLst>
              <a:ext uri="{FF2B5EF4-FFF2-40B4-BE49-F238E27FC236}">
                <a16:creationId xmlns:a16="http://schemas.microsoft.com/office/drawing/2014/main" id="{4FDF599B-2EA1-4839-9021-FCF5CDF161B5}"/>
              </a:ext>
            </a:extLst>
          </p:cNvPr>
          <p:cNvSpPr>
            <a:spLocks noGrp="1"/>
          </p:cNvSpPr>
          <p:nvPr>
            <p:ph type="ftr" sz="quarter" idx="11"/>
          </p:nvPr>
        </p:nvSpPr>
        <p:spPr/>
        <p:txBody>
          <a:bodyPr/>
          <a:lstStyle/>
          <a:p>
            <a:endParaRPr lang="nl-BE"/>
          </a:p>
        </p:txBody>
      </p:sp>
      <p:sp>
        <p:nvSpPr>
          <p:cNvPr id="7" name="Slide Number Placeholder 6">
            <a:extLst>
              <a:ext uri="{FF2B5EF4-FFF2-40B4-BE49-F238E27FC236}">
                <a16:creationId xmlns:a16="http://schemas.microsoft.com/office/drawing/2014/main" id="{39F7A782-3427-E8F9-2C2D-282F3E3BDF59}"/>
              </a:ext>
            </a:extLst>
          </p:cNvPr>
          <p:cNvSpPr>
            <a:spLocks noGrp="1"/>
          </p:cNvSpPr>
          <p:nvPr>
            <p:ph type="sldNum" sz="quarter" idx="12"/>
          </p:nvPr>
        </p:nvSpPr>
        <p:spPr/>
        <p:txBody>
          <a:bodyPr/>
          <a:lstStyle/>
          <a:p>
            <a:fld id="{1BFA3419-40FB-482B-9F84-2357D70766E8}" type="slidenum">
              <a:rPr lang="nl-BE" smtClean="0"/>
              <a:t>‹#›</a:t>
            </a:fld>
            <a:endParaRPr lang="nl-BE"/>
          </a:p>
        </p:txBody>
      </p:sp>
    </p:spTree>
    <p:extLst>
      <p:ext uri="{BB962C8B-B14F-4D97-AF65-F5344CB8AC3E}">
        <p14:creationId xmlns:p14="http://schemas.microsoft.com/office/powerpoint/2010/main" val="37712292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151BC-2D9E-F32C-E712-789752965890}"/>
              </a:ext>
            </a:extLst>
          </p:cNvPr>
          <p:cNvSpPr>
            <a:spLocks noGrp="1"/>
          </p:cNvSpPr>
          <p:nvPr>
            <p:ph type="title"/>
          </p:nvPr>
        </p:nvSpPr>
        <p:spPr/>
        <p:txBody>
          <a:bodyPr/>
          <a:lstStyle/>
          <a:p>
            <a:r>
              <a:rPr lang="en-GB"/>
              <a:t>Click to edit Master title style</a:t>
            </a:r>
            <a:endParaRPr lang="nl-BE"/>
          </a:p>
        </p:txBody>
      </p:sp>
      <p:sp>
        <p:nvSpPr>
          <p:cNvPr id="3" name="Vertical Text Placeholder 2">
            <a:extLst>
              <a:ext uri="{FF2B5EF4-FFF2-40B4-BE49-F238E27FC236}">
                <a16:creationId xmlns:a16="http://schemas.microsoft.com/office/drawing/2014/main" id="{E8767C91-0746-BD2A-F87F-812FD1D6BF60}"/>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4" name="Date Placeholder 3">
            <a:extLst>
              <a:ext uri="{FF2B5EF4-FFF2-40B4-BE49-F238E27FC236}">
                <a16:creationId xmlns:a16="http://schemas.microsoft.com/office/drawing/2014/main" id="{C0DA43F2-566A-951A-663A-39CAEC5C5279}"/>
              </a:ext>
            </a:extLst>
          </p:cNvPr>
          <p:cNvSpPr>
            <a:spLocks noGrp="1"/>
          </p:cNvSpPr>
          <p:nvPr>
            <p:ph type="dt" sz="half" idx="10"/>
          </p:nvPr>
        </p:nvSpPr>
        <p:spPr/>
        <p:txBody>
          <a:bodyPr/>
          <a:lstStyle/>
          <a:p>
            <a:fld id="{A25F1918-5973-4FC9-B50F-499E20EE1327}" type="datetimeFigureOut">
              <a:rPr lang="nl-BE" smtClean="0"/>
              <a:t>13/02/2025</a:t>
            </a:fld>
            <a:endParaRPr lang="nl-BE"/>
          </a:p>
        </p:txBody>
      </p:sp>
      <p:sp>
        <p:nvSpPr>
          <p:cNvPr id="5" name="Footer Placeholder 4">
            <a:extLst>
              <a:ext uri="{FF2B5EF4-FFF2-40B4-BE49-F238E27FC236}">
                <a16:creationId xmlns:a16="http://schemas.microsoft.com/office/drawing/2014/main" id="{0CFF8E0F-4114-9EA1-23A8-D9C12ACDE367}"/>
              </a:ext>
            </a:extLst>
          </p:cNvPr>
          <p:cNvSpPr>
            <a:spLocks noGrp="1"/>
          </p:cNvSpPr>
          <p:nvPr>
            <p:ph type="ftr" sz="quarter" idx="11"/>
          </p:nvPr>
        </p:nvSpPr>
        <p:spPr/>
        <p:txBody>
          <a:bodyPr/>
          <a:lstStyle/>
          <a:p>
            <a:endParaRPr lang="nl-BE"/>
          </a:p>
        </p:txBody>
      </p:sp>
      <p:sp>
        <p:nvSpPr>
          <p:cNvPr id="6" name="Slide Number Placeholder 5">
            <a:extLst>
              <a:ext uri="{FF2B5EF4-FFF2-40B4-BE49-F238E27FC236}">
                <a16:creationId xmlns:a16="http://schemas.microsoft.com/office/drawing/2014/main" id="{785B0C03-60A7-C4EE-11C1-8D32B0316259}"/>
              </a:ext>
            </a:extLst>
          </p:cNvPr>
          <p:cNvSpPr>
            <a:spLocks noGrp="1"/>
          </p:cNvSpPr>
          <p:nvPr>
            <p:ph type="sldNum" sz="quarter" idx="12"/>
          </p:nvPr>
        </p:nvSpPr>
        <p:spPr/>
        <p:txBody>
          <a:bodyPr/>
          <a:lstStyle/>
          <a:p>
            <a:fld id="{1BFA3419-40FB-482B-9F84-2357D70766E8}" type="slidenum">
              <a:rPr lang="nl-BE" smtClean="0"/>
              <a:t>‹#›</a:t>
            </a:fld>
            <a:endParaRPr lang="nl-BE"/>
          </a:p>
        </p:txBody>
      </p:sp>
    </p:spTree>
    <p:extLst>
      <p:ext uri="{BB962C8B-B14F-4D97-AF65-F5344CB8AC3E}">
        <p14:creationId xmlns:p14="http://schemas.microsoft.com/office/powerpoint/2010/main" val="6369539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1AF73BB-B670-0E2D-AC38-B8BEC40E1BB0}"/>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nl-BE"/>
          </a:p>
        </p:txBody>
      </p:sp>
      <p:sp>
        <p:nvSpPr>
          <p:cNvPr id="3" name="Vertical Text Placeholder 2">
            <a:extLst>
              <a:ext uri="{FF2B5EF4-FFF2-40B4-BE49-F238E27FC236}">
                <a16:creationId xmlns:a16="http://schemas.microsoft.com/office/drawing/2014/main" id="{D1A41AD4-AFDB-4C6A-1D27-6448EF3968D7}"/>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4" name="Date Placeholder 3">
            <a:extLst>
              <a:ext uri="{FF2B5EF4-FFF2-40B4-BE49-F238E27FC236}">
                <a16:creationId xmlns:a16="http://schemas.microsoft.com/office/drawing/2014/main" id="{544468E7-F41E-5F78-CBDD-5208E3B1314A}"/>
              </a:ext>
            </a:extLst>
          </p:cNvPr>
          <p:cNvSpPr>
            <a:spLocks noGrp="1"/>
          </p:cNvSpPr>
          <p:nvPr>
            <p:ph type="dt" sz="half" idx="10"/>
          </p:nvPr>
        </p:nvSpPr>
        <p:spPr/>
        <p:txBody>
          <a:bodyPr/>
          <a:lstStyle/>
          <a:p>
            <a:fld id="{A25F1918-5973-4FC9-B50F-499E20EE1327}" type="datetimeFigureOut">
              <a:rPr lang="nl-BE" smtClean="0"/>
              <a:t>13/02/2025</a:t>
            </a:fld>
            <a:endParaRPr lang="nl-BE"/>
          </a:p>
        </p:txBody>
      </p:sp>
      <p:sp>
        <p:nvSpPr>
          <p:cNvPr id="5" name="Footer Placeholder 4">
            <a:extLst>
              <a:ext uri="{FF2B5EF4-FFF2-40B4-BE49-F238E27FC236}">
                <a16:creationId xmlns:a16="http://schemas.microsoft.com/office/drawing/2014/main" id="{9A18E9E5-901F-9050-327F-5C80A3921E7B}"/>
              </a:ext>
            </a:extLst>
          </p:cNvPr>
          <p:cNvSpPr>
            <a:spLocks noGrp="1"/>
          </p:cNvSpPr>
          <p:nvPr>
            <p:ph type="ftr" sz="quarter" idx="11"/>
          </p:nvPr>
        </p:nvSpPr>
        <p:spPr/>
        <p:txBody>
          <a:bodyPr/>
          <a:lstStyle/>
          <a:p>
            <a:endParaRPr lang="nl-BE"/>
          </a:p>
        </p:txBody>
      </p:sp>
      <p:sp>
        <p:nvSpPr>
          <p:cNvPr id="6" name="Slide Number Placeholder 5">
            <a:extLst>
              <a:ext uri="{FF2B5EF4-FFF2-40B4-BE49-F238E27FC236}">
                <a16:creationId xmlns:a16="http://schemas.microsoft.com/office/drawing/2014/main" id="{29B4B6CD-8D46-2D54-4750-1C3B4D04326E}"/>
              </a:ext>
            </a:extLst>
          </p:cNvPr>
          <p:cNvSpPr>
            <a:spLocks noGrp="1"/>
          </p:cNvSpPr>
          <p:nvPr>
            <p:ph type="sldNum" sz="quarter" idx="12"/>
          </p:nvPr>
        </p:nvSpPr>
        <p:spPr/>
        <p:txBody>
          <a:bodyPr/>
          <a:lstStyle/>
          <a:p>
            <a:fld id="{1BFA3419-40FB-482B-9F84-2357D70766E8}" type="slidenum">
              <a:rPr lang="nl-BE" smtClean="0"/>
              <a:t>‹#›</a:t>
            </a:fld>
            <a:endParaRPr lang="nl-BE"/>
          </a:p>
        </p:txBody>
      </p:sp>
    </p:spTree>
    <p:extLst>
      <p:ext uri="{BB962C8B-B14F-4D97-AF65-F5344CB8AC3E}">
        <p14:creationId xmlns:p14="http://schemas.microsoft.com/office/powerpoint/2010/main" val="37118061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AEFCE0-9A6B-C9EA-B48A-0CC2B4398A3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nl-BE"/>
          </a:p>
        </p:txBody>
      </p:sp>
      <p:sp>
        <p:nvSpPr>
          <p:cNvPr id="3" name="Text Placeholder 2">
            <a:extLst>
              <a:ext uri="{FF2B5EF4-FFF2-40B4-BE49-F238E27FC236}">
                <a16:creationId xmlns:a16="http://schemas.microsoft.com/office/drawing/2014/main" id="{B7CCA7C8-2E08-C939-B8B8-3134A9B724A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4" name="Date Placeholder 3">
            <a:extLst>
              <a:ext uri="{FF2B5EF4-FFF2-40B4-BE49-F238E27FC236}">
                <a16:creationId xmlns:a16="http://schemas.microsoft.com/office/drawing/2014/main" id="{AD79815D-8165-D866-9512-420F23BE7A0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25F1918-5973-4FC9-B50F-499E20EE1327}" type="datetimeFigureOut">
              <a:rPr lang="nl-BE" smtClean="0"/>
              <a:t>13/02/2025</a:t>
            </a:fld>
            <a:endParaRPr lang="nl-BE"/>
          </a:p>
        </p:txBody>
      </p:sp>
      <p:sp>
        <p:nvSpPr>
          <p:cNvPr id="5" name="Footer Placeholder 4">
            <a:extLst>
              <a:ext uri="{FF2B5EF4-FFF2-40B4-BE49-F238E27FC236}">
                <a16:creationId xmlns:a16="http://schemas.microsoft.com/office/drawing/2014/main" id="{92E531A7-BA34-265A-189B-6C4A90BE8DA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l-BE"/>
          </a:p>
        </p:txBody>
      </p:sp>
      <p:sp>
        <p:nvSpPr>
          <p:cNvPr id="6" name="Slide Number Placeholder 5">
            <a:extLst>
              <a:ext uri="{FF2B5EF4-FFF2-40B4-BE49-F238E27FC236}">
                <a16:creationId xmlns:a16="http://schemas.microsoft.com/office/drawing/2014/main" id="{D715D824-A775-44BC-0048-B164B13F09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BFA3419-40FB-482B-9F84-2357D70766E8}" type="slidenum">
              <a:rPr lang="nl-BE" smtClean="0"/>
              <a:t>‹#›</a:t>
            </a:fld>
            <a:endParaRPr lang="nl-BE"/>
          </a:p>
        </p:txBody>
      </p:sp>
    </p:spTree>
    <p:extLst>
      <p:ext uri="{BB962C8B-B14F-4D97-AF65-F5344CB8AC3E}">
        <p14:creationId xmlns:p14="http://schemas.microsoft.com/office/powerpoint/2010/main" val="27592201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6.jp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jpg"/><Relationship Id="rId5" Type="http://schemas.openxmlformats.org/officeDocument/2006/relationships/image" Target="../media/image4.jpg"/><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BEE7C-D82B-0DDC-C618-C30169A6DC45}"/>
              </a:ext>
            </a:extLst>
          </p:cNvPr>
          <p:cNvSpPr>
            <a:spLocks noGrp="1"/>
          </p:cNvSpPr>
          <p:nvPr>
            <p:ph type="ctrTitle"/>
          </p:nvPr>
        </p:nvSpPr>
        <p:spPr>
          <a:noFill/>
        </p:spPr>
        <p:txBody>
          <a:bodyPr/>
          <a:lstStyle/>
          <a:p>
            <a:r>
              <a:rPr lang="en-GB" b="1" dirty="0">
                <a:solidFill>
                  <a:schemeClr val="bg1"/>
                </a:solidFill>
                <a:latin typeface="Franklin Gothic Medium" panose="020B0603020102020204" pitchFamily="34" charset="0"/>
              </a:rPr>
              <a:t>Parallax</a:t>
            </a:r>
            <a:endParaRPr lang="nl-BE" b="1" dirty="0">
              <a:solidFill>
                <a:schemeClr val="bg1"/>
              </a:solidFill>
              <a:latin typeface="Franklin Gothic Medium" panose="020B0603020102020204" pitchFamily="34" charset="0"/>
            </a:endParaRPr>
          </a:p>
        </p:txBody>
      </p:sp>
      <p:sp>
        <p:nvSpPr>
          <p:cNvPr id="3" name="Subtitle 2">
            <a:extLst>
              <a:ext uri="{FF2B5EF4-FFF2-40B4-BE49-F238E27FC236}">
                <a16:creationId xmlns:a16="http://schemas.microsoft.com/office/drawing/2014/main" id="{EFEDCA7B-81B6-363C-1679-091F3C726D56}"/>
              </a:ext>
            </a:extLst>
          </p:cNvPr>
          <p:cNvSpPr>
            <a:spLocks noGrp="1"/>
          </p:cNvSpPr>
          <p:nvPr>
            <p:ph type="subTitle" idx="1"/>
          </p:nvPr>
        </p:nvSpPr>
        <p:spPr/>
        <p:txBody>
          <a:bodyPr/>
          <a:lstStyle/>
          <a:p>
            <a:r>
              <a:rPr lang="en-GB" dirty="0">
                <a:solidFill>
                  <a:schemeClr val="bg1"/>
                </a:solidFill>
                <a:latin typeface="Franklin Gothic Medium" panose="020B0603020102020204" pitchFamily="34" charset="0"/>
              </a:rPr>
              <a:t>The cycle of frustration</a:t>
            </a:r>
            <a:endParaRPr lang="nl-BE"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4222487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A2D5B-9DED-430C-2000-1880414EBD15}"/>
              </a:ext>
            </a:extLst>
          </p:cNvPr>
          <p:cNvSpPr>
            <a:spLocks noGrp="1"/>
          </p:cNvSpPr>
          <p:nvPr>
            <p:ph type="title"/>
          </p:nvPr>
        </p:nvSpPr>
        <p:spPr>
          <a:xfrm>
            <a:off x="838200" y="2309011"/>
            <a:ext cx="10515600" cy="2239977"/>
          </a:xfrm>
        </p:spPr>
        <p:txBody>
          <a:bodyPr>
            <a:normAutofit fontScale="90000"/>
          </a:bodyPr>
          <a:lstStyle/>
          <a:p>
            <a:r>
              <a:rPr lang="en-GB" dirty="0" err="1">
                <a:solidFill>
                  <a:schemeClr val="bg1"/>
                </a:solidFill>
                <a:latin typeface="Franklin Gothic Medium" panose="020B0603020102020204" pitchFamily="34" charset="0"/>
              </a:rPr>
              <a:t>Een</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gefrustreerde</a:t>
            </a:r>
            <a:r>
              <a:rPr lang="en-GB" dirty="0">
                <a:solidFill>
                  <a:schemeClr val="bg1"/>
                </a:solidFill>
                <a:latin typeface="Franklin Gothic Medium" panose="020B0603020102020204" pitchFamily="34" charset="0"/>
              </a:rPr>
              <a:t> student </a:t>
            </a:r>
            <a:r>
              <a:rPr lang="en-GB" dirty="0" err="1">
                <a:solidFill>
                  <a:schemeClr val="bg1"/>
                </a:solidFill>
                <a:latin typeface="Franklin Gothic Medium" panose="020B0603020102020204" pitchFamily="34" charset="0"/>
              </a:rPr>
              <a:t>zoekt</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ontsnapping</a:t>
            </a:r>
            <a:r>
              <a:rPr lang="en-GB" dirty="0">
                <a:solidFill>
                  <a:schemeClr val="bg1"/>
                </a:solidFill>
                <a:latin typeface="Franklin Gothic Medium" panose="020B0603020102020204" pitchFamily="34" charset="0"/>
              </a:rPr>
              <a:t> en rust in </a:t>
            </a:r>
            <a:r>
              <a:rPr lang="en-GB" dirty="0" err="1">
                <a:solidFill>
                  <a:schemeClr val="bg1"/>
                </a:solidFill>
                <a:latin typeface="Franklin Gothic Medium" panose="020B0603020102020204" pitchFamily="34" charset="0"/>
              </a:rPr>
              <a:t>een</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bos</a:t>
            </a:r>
            <a:r>
              <a:rPr lang="en-GB" dirty="0">
                <a:solidFill>
                  <a:schemeClr val="bg1"/>
                </a:solidFill>
                <a:latin typeface="Franklin Gothic Medium" panose="020B0603020102020204" pitchFamily="34" charset="0"/>
              </a:rPr>
              <a:t>, maar </a:t>
            </a:r>
            <a:r>
              <a:rPr lang="en-GB" dirty="0" err="1">
                <a:solidFill>
                  <a:schemeClr val="bg1"/>
                </a:solidFill>
                <a:latin typeface="Franklin Gothic Medium" panose="020B0603020102020204" pitchFamily="34" charset="0"/>
              </a:rPr>
              <a:t>vindt</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zichzelf</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alleen</a:t>
            </a:r>
            <a:r>
              <a:rPr lang="en-GB" dirty="0">
                <a:solidFill>
                  <a:schemeClr val="bg1"/>
                </a:solidFill>
                <a:latin typeface="Franklin Gothic Medium" panose="020B0603020102020204" pitchFamily="34" charset="0"/>
              </a:rPr>
              <a:t> maar in </a:t>
            </a:r>
            <a:r>
              <a:rPr lang="en-GB" dirty="0" err="1">
                <a:solidFill>
                  <a:schemeClr val="bg1"/>
                </a:solidFill>
                <a:latin typeface="Franklin Gothic Medium" panose="020B0603020102020204" pitchFamily="34" charset="0"/>
              </a:rPr>
              <a:t>een</a:t>
            </a:r>
            <a:r>
              <a:rPr lang="en-GB" dirty="0">
                <a:solidFill>
                  <a:schemeClr val="bg1"/>
                </a:solidFill>
                <a:latin typeface="Franklin Gothic Medium" panose="020B0603020102020204" pitchFamily="34" charset="0"/>
              </a:rPr>
              <a:t> loop van </a:t>
            </a:r>
            <a:r>
              <a:rPr lang="en-GB" dirty="0" err="1">
                <a:solidFill>
                  <a:schemeClr val="bg1"/>
                </a:solidFill>
                <a:latin typeface="Franklin Gothic Medium" panose="020B0603020102020204" pitchFamily="34" charset="0"/>
              </a:rPr>
              <a:t>onverklaarbare</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gebeurtenissen</a:t>
            </a:r>
            <a:r>
              <a:rPr lang="en-GB" dirty="0">
                <a:solidFill>
                  <a:schemeClr val="bg1"/>
                </a:solidFill>
                <a:latin typeface="Franklin Gothic Medium" panose="020B0603020102020204" pitchFamily="34" charset="0"/>
              </a:rPr>
              <a:t> die hem </a:t>
            </a:r>
            <a:r>
              <a:rPr lang="en-GB" dirty="0" err="1">
                <a:solidFill>
                  <a:schemeClr val="bg1"/>
                </a:solidFill>
                <a:latin typeface="Franklin Gothic Medium" panose="020B0603020102020204" pitchFamily="34" charset="0"/>
              </a:rPr>
              <a:t>forceren</a:t>
            </a:r>
            <a:r>
              <a:rPr lang="en-GB" dirty="0">
                <a:solidFill>
                  <a:schemeClr val="bg1"/>
                </a:solidFill>
                <a:latin typeface="Franklin Gothic Medium" panose="020B0603020102020204" pitchFamily="34" charset="0"/>
              </a:rPr>
              <a:t> om </a:t>
            </a:r>
            <a:r>
              <a:rPr lang="en-GB" dirty="0" err="1">
                <a:solidFill>
                  <a:schemeClr val="bg1"/>
                </a:solidFill>
                <a:latin typeface="Franklin Gothic Medium" panose="020B0603020102020204" pitchFamily="34" charset="0"/>
              </a:rPr>
              <a:t>zichzelf</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te</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confronteren</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letterlijk</a:t>
            </a:r>
            <a:r>
              <a:rPr lang="en-GB" dirty="0">
                <a:solidFill>
                  <a:schemeClr val="bg1"/>
                </a:solidFill>
                <a:latin typeface="Franklin Gothic Medium" panose="020B0603020102020204" pitchFamily="34" charset="0"/>
              </a:rPr>
              <a:t>.</a:t>
            </a:r>
            <a:endParaRPr lang="nl-BE" dirty="0">
              <a:solidFill>
                <a:schemeClr val="bg1"/>
              </a:solidFill>
              <a:latin typeface="Franklin Gothic Medium" panose="020B0603020102020204" pitchFamily="34" charset="0"/>
            </a:endParaRPr>
          </a:p>
        </p:txBody>
      </p:sp>
      <p:sp>
        <p:nvSpPr>
          <p:cNvPr id="3" name="Content Placeholder 2">
            <a:extLst>
              <a:ext uri="{FF2B5EF4-FFF2-40B4-BE49-F238E27FC236}">
                <a16:creationId xmlns:a16="http://schemas.microsoft.com/office/drawing/2014/main" id="{B78B682C-F698-3F98-7A54-81389798C32D}"/>
              </a:ext>
            </a:extLst>
          </p:cNvPr>
          <p:cNvSpPr>
            <a:spLocks noGrp="1"/>
          </p:cNvSpPr>
          <p:nvPr>
            <p:ph idx="1"/>
          </p:nvPr>
        </p:nvSpPr>
        <p:spPr>
          <a:xfrm>
            <a:off x="0" y="6437731"/>
            <a:ext cx="10515600" cy="420269"/>
          </a:xfrm>
        </p:spPr>
        <p:txBody>
          <a:bodyPr>
            <a:normAutofit fontScale="92500" lnSpcReduction="10000"/>
          </a:bodyPr>
          <a:lstStyle/>
          <a:p>
            <a:pPr marL="0" indent="0">
              <a:buNone/>
            </a:pPr>
            <a:r>
              <a:rPr lang="en-GB" dirty="0">
                <a:solidFill>
                  <a:schemeClr val="bg1"/>
                </a:solidFill>
                <a:latin typeface="Franklin Gothic Medium" panose="020B0603020102020204" pitchFamily="34" charset="0"/>
              </a:rPr>
              <a:t>Elevator Pitch</a:t>
            </a:r>
            <a:endParaRPr lang="nl-BE"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18005849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830E2A5-875C-A23A-C9FB-4DD35D8223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C9F241-6EF3-35F4-9BE1-0450A5FF1C40}"/>
              </a:ext>
            </a:extLst>
          </p:cNvPr>
          <p:cNvSpPr>
            <a:spLocks noGrp="1"/>
          </p:cNvSpPr>
          <p:nvPr>
            <p:ph type="title"/>
          </p:nvPr>
        </p:nvSpPr>
        <p:spPr>
          <a:xfrm>
            <a:off x="838200" y="2309011"/>
            <a:ext cx="10515600" cy="2239977"/>
          </a:xfrm>
        </p:spPr>
        <p:txBody>
          <a:bodyPr>
            <a:normAutofit fontScale="90000"/>
          </a:bodyPr>
          <a:lstStyle/>
          <a:p>
            <a:r>
              <a:rPr lang="en-GB" dirty="0">
                <a:solidFill>
                  <a:schemeClr val="bg1"/>
                </a:solidFill>
                <a:latin typeface="Franklin Gothic Medium" panose="020B0603020102020204" pitchFamily="34" charset="0"/>
              </a:rPr>
              <a:t>Recent ben </a:t>
            </a:r>
            <a:r>
              <a:rPr lang="en-GB" dirty="0" err="1">
                <a:solidFill>
                  <a:schemeClr val="bg1"/>
                </a:solidFill>
                <a:latin typeface="Franklin Gothic Medium" panose="020B0603020102020204" pitchFamily="34" charset="0"/>
              </a:rPr>
              <a:t>ik</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gaan</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fotograferen</a:t>
            </a:r>
            <a:r>
              <a:rPr lang="en-GB" dirty="0">
                <a:solidFill>
                  <a:schemeClr val="bg1"/>
                </a:solidFill>
                <a:latin typeface="Franklin Gothic Medium" panose="020B0603020102020204" pitchFamily="34" charset="0"/>
              </a:rPr>
              <a:t> in </a:t>
            </a:r>
            <a:r>
              <a:rPr lang="en-GB" dirty="0" err="1">
                <a:solidFill>
                  <a:schemeClr val="bg1"/>
                </a:solidFill>
                <a:latin typeface="Franklin Gothic Medium" panose="020B0603020102020204" pitchFamily="34" charset="0"/>
              </a:rPr>
              <a:t>een</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bos</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wanneer</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ik</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mij</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gefrustreerd</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voel</a:t>
            </a:r>
            <a:r>
              <a:rPr lang="en-GB" dirty="0">
                <a:solidFill>
                  <a:schemeClr val="bg1"/>
                </a:solidFill>
                <a:latin typeface="Franklin Gothic Medium" panose="020B0603020102020204" pitchFamily="34" charset="0"/>
              </a:rPr>
              <a:t>, als </a:t>
            </a:r>
            <a:r>
              <a:rPr lang="en-GB" dirty="0" err="1">
                <a:solidFill>
                  <a:schemeClr val="bg1"/>
                </a:solidFill>
                <a:latin typeface="Franklin Gothic Medium" panose="020B0603020102020204" pitchFamily="34" charset="0"/>
              </a:rPr>
              <a:t>ik</a:t>
            </a:r>
            <a:r>
              <a:rPr lang="en-GB" dirty="0">
                <a:solidFill>
                  <a:schemeClr val="bg1"/>
                </a:solidFill>
                <a:latin typeface="Franklin Gothic Medium" panose="020B0603020102020204" pitchFamily="34" charset="0"/>
              </a:rPr>
              <a:t> in </a:t>
            </a:r>
            <a:r>
              <a:rPr lang="en-GB" dirty="0" err="1">
                <a:solidFill>
                  <a:schemeClr val="bg1"/>
                </a:solidFill>
                <a:latin typeface="Franklin Gothic Medium" panose="020B0603020102020204" pitchFamily="34" charset="0"/>
              </a:rPr>
              <a:t>dat</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bos</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rondloop</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moet</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ik</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altijd</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denken</a:t>
            </a:r>
            <a:r>
              <a:rPr lang="en-GB" dirty="0">
                <a:solidFill>
                  <a:schemeClr val="bg1"/>
                </a:solidFill>
                <a:latin typeface="Franklin Gothic Medium" panose="020B0603020102020204" pitchFamily="34" charset="0"/>
              </a:rPr>
              <a:t> aan hoe cool </a:t>
            </a:r>
            <a:r>
              <a:rPr lang="en-GB" dirty="0" err="1">
                <a:solidFill>
                  <a:schemeClr val="bg1"/>
                </a:solidFill>
                <a:latin typeface="Franklin Gothic Medium" panose="020B0603020102020204" pitchFamily="34" charset="0"/>
              </a:rPr>
              <a:t>een</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mysterieuze</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serie</a:t>
            </a:r>
            <a:r>
              <a:rPr lang="en-GB" dirty="0">
                <a:solidFill>
                  <a:schemeClr val="bg1"/>
                </a:solidFill>
                <a:latin typeface="Franklin Gothic Medium" panose="020B0603020102020204" pitchFamily="34" charset="0"/>
              </a:rPr>
              <a:t> of film </a:t>
            </a:r>
            <a:r>
              <a:rPr lang="en-GB" dirty="0" err="1">
                <a:solidFill>
                  <a:schemeClr val="bg1"/>
                </a:solidFill>
                <a:latin typeface="Franklin Gothic Medium" panose="020B0603020102020204" pitchFamily="34" charset="0"/>
              </a:rPr>
              <a:t>gelijk</a:t>
            </a:r>
            <a:r>
              <a:rPr lang="en-GB" dirty="0">
                <a:solidFill>
                  <a:schemeClr val="bg1"/>
                </a:solidFill>
                <a:latin typeface="Franklin Gothic Medium" panose="020B0603020102020204" pitchFamily="34" charset="0"/>
              </a:rPr>
              <a:t> Twin Peaks </a:t>
            </a:r>
            <a:r>
              <a:rPr lang="en-GB" dirty="0" err="1">
                <a:solidFill>
                  <a:schemeClr val="bg1"/>
                </a:solidFill>
                <a:latin typeface="Franklin Gothic Medium" panose="020B0603020102020204" pitchFamily="34" charset="0"/>
              </a:rPr>
              <a:t>daar</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zou</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zijn</a:t>
            </a:r>
            <a:r>
              <a:rPr lang="en-GB" dirty="0">
                <a:solidFill>
                  <a:schemeClr val="bg1"/>
                </a:solidFill>
                <a:latin typeface="Franklin Gothic Medium" panose="020B0603020102020204" pitchFamily="34" charset="0"/>
              </a:rPr>
              <a:t>.</a:t>
            </a:r>
            <a:endParaRPr lang="nl-BE" dirty="0">
              <a:solidFill>
                <a:schemeClr val="bg1"/>
              </a:solidFill>
              <a:latin typeface="Franklin Gothic Medium" panose="020B0603020102020204" pitchFamily="34" charset="0"/>
            </a:endParaRPr>
          </a:p>
        </p:txBody>
      </p:sp>
      <p:sp>
        <p:nvSpPr>
          <p:cNvPr id="3" name="Content Placeholder 2">
            <a:extLst>
              <a:ext uri="{FF2B5EF4-FFF2-40B4-BE49-F238E27FC236}">
                <a16:creationId xmlns:a16="http://schemas.microsoft.com/office/drawing/2014/main" id="{0B6FB24A-CB57-E215-6A94-4CE81F7DB4D5}"/>
              </a:ext>
            </a:extLst>
          </p:cNvPr>
          <p:cNvSpPr>
            <a:spLocks noGrp="1"/>
          </p:cNvSpPr>
          <p:nvPr>
            <p:ph idx="1"/>
          </p:nvPr>
        </p:nvSpPr>
        <p:spPr>
          <a:xfrm>
            <a:off x="0" y="6437731"/>
            <a:ext cx="10515600" cy="420269"/>
          </a:xfrm>
        </p:spPr>
        <p:txBody>
          <a:bodyPr>
            <a:normAutofit fontScale="92500" lnSpcReduction="10000"/>
          </a:bodyPr>
          <a:lstStyle/>
          <a:p>
            <a:pPr marL="0" indent="0">
              <a:buNone/>
            </a:pPr>
            <a:r>
              <a:rPr lang="en-GB" dirty="0" err="1">
                <a:solidFill>
                  <a:schemeClr val="bg1"/>
                </a:solidFill>
                <a:latin typeface="Franklin Gothic Medium" panose="020B0603020102020204" pitchFamily="34" charset="0"/>
              </a:rPr>
              <a:t>Waar</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komt</a:t>
            </a:r>
            <a:r>
              <a:rPr lang="en-GB" dirty="0">
                <a:solidFill>
                  <a:schemeClr val="bg1"/>
                </a:solidFill>
                <a:latin typeface="Franklin Gothic Medium" panose="020B0603020102020204" pitchFamily="34" charset="0"/>
              </a:rPr>
              <a:t> het idee </a:t>
            </a:r>
            <a:r>
              <a:rPr lang="en-GB" dirty="0" err="1">
                <a:solidFill>
                  <a:schemeClr val="bg1"/>
                </a:solidFill>
                <a:latin typeface="Franklin Gothic Medium" panose="020B0603020102020204" pitchFamily="34" charset="0"/>
              </a:rPr>
              <a:t>vandaan</a:t>
            </a:r>
            <a:r>
              <a:rPr lang="en-GB" dirty="0">
                <a:solidFill>
                  <a:schemeClr val="bg1"/>
                </a:solidFill>
                <a:latin typeface="Franklin Gothic Medium" panose="020B0603020102020204" pitchFamily="34" charset="0"/>
              </a:rPr>
              <a:t>?</a:t>
            </a:r>
            <a:endParaRPr lang="nl-BE"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27238311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2F567111-7F67-34B4-6796-BF90E15D93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EF77F1-B2F5-60FF-2EF5-3DF77F962DD4}"/>
              </a:ext>
            </a:extLst>
          </p:cNvPr>
          <p:cNvSpPr>
            <a:spLocks noGrp="1"/>
          </p:cNvSpPr>
          <p:nvPr>
            <p:ph type="title"/>
          </p:nvPr>
        </p:nvSpPr>
        <p:spPr>
          <a:xfrm>
            <a:off x="838200" y="2309011"/>
            <a:ext cx="10515600" cy="2239977"/>
          </a:xfrm>
        </p:spPr>
        <p:txBody>
          <a:bodyPr>
            <a:normAutofit fontScale="90000"/>
          </a:bodyPr>
          <a:lstStyle/>
          <a:p>
            <a:r>
              <a:rPr lang="en-GB" b="1" dirty="0">
                <a:solidFill>
                  <a:schemeClr val="bg1"/>
                </a:solidFill>
                <a:latin typeface="Franklin Gothic Medium" panose="020B0603020102020204" pitchFamily="34" charset="0"/>
              </a:rPr>
              <a:t>De student</a:t>
            </a:r>
            <a:br>
              <a:rPr lang="en-GB" dirty="0">
                <a:solidFill>
                  <a:schemeClr val="bg1"/>
                </a:solidFill>
                <a:latin typeface="Franklin Gothic Medium" panose="020B0603020102020204" pitchFamily="34" charset="0"/>
              </a:rPr>
            </a:br>
            <a:r>
              <a:rPr lang="en-GB" dirty="0">
                <a:solidFill>
                  <a:schemeClr val="bg1"/>
                </a:solidFill>
                <a:latin typeface="Franklin Gothic Medium" panose="020B0603020102020204" pitchFamily="34" charset="0"/>
              </a:rPr>
              <a:t>De student is de protagonist in het </a:t>
            </a:r>
            <a:r>
              <a:rPr lang="en-GB" dirty="0" err="1">
                <a:solidFill>
                  <a:schemeClr val="bg1"/>
                </a:solidFill>
                <a:latin typeface="Franklin Gothic Medium" panose="020B0603020102020204" pitchFamily="34" charset="0"/>
              </a:rPr>
              <a:t>verhaal</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hij</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voelt</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zich</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verloren</a:t>
            </a:r>
            <a:r>
              <a:rPr lang="en-GB" dirty="0">
                <a:solidFill>
                  <a:schemeClr val="bg1"/>
                </a:solidFill>
                <a:latin typeface="Franklin Gothic Medium" panose="020B0603020102020204" pitchFamily="34" charset="0"/>
              </a:rPr>
              <a:t> in </a:t>
            </a:r>
            <a:r>
              <a:rPr lang="en-GB" dirty="0" err="1">
                <a:solidFill>
                  <a:schemeClr val="bg1"/>
                </a:solidFill>
                <a:latin typeface="Franklin Gothic Medium" panose="020B0603020102020204" pitchFamily="34" charset="0"/>
              </a:rPr>
              <a:t>zijn</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frustratie</a:t>
            </a:r>
            <a:r>
              <a:rPr lang="en-GB" dirty="0">
                <a:solidFill>
                  <a:schemeClr val="bg1"/>
                </a:solidFill>
                <a:latin typeface="Franklin Gothic Medium" panose="020B0603020102020204" pitchFamily="34" charset="0"/>
              </a:rPr>
              <a:t> en </a:t>
            </a:r>
            <a:r>
              <a:rPr lang="en-GB" dirty="0" err="1">
                <a:solidFill>
                  <a:schemeClr val="bg1"/>
                </a:solidFill>
                <a:latin typeface="Franklin Gothic Medium" panose="020B0603020102020204" pitchFamily="34" charset="0"/>
              </a:rPr>
              <a:t>gaat</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hierdoor</a:t>
            </a:r>
            <a:r>
              <a:rPr lang="en-GB" dirty="0">
                <a:solidFill>
                  <a:schemeClr val="bg1"/>
                </a:solidFill>
                <a:latin typeface="Franklin Gothic Medium" panose="020B0603020102020204" pitchFamily="34" charset="0"/>
              </a:rPr>
              <a:t> naar </a:t>
            </a:r>
            <a:r>
              <a:rPr lang="en-GB" dirty="0" err="1">
                <a:solidFill>
                  <a:schemeClr val="bg1"/>
                </a:solidFill>
                <a:latin typeface="Franklin Gothic Medium" panose="020B0603020102020204" pitchFamily="34" charset="0"/>
              </a:rPr>
              <a:t>een</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bos</a:t>
            </a:r>
            <a:r>
              <a:rPr lang="en-GB" dirty="0">
                <a:solidFill>
                  <a:schemeClr val="bg1"/>
                </a:solidFill>
                <a:latin typeface="Franklin Gothic Medium" panose="020B0603020102020204" pitchFamily="34" charset="0"/>
              </a:rPr>
              <a:t> die hem op </a:t>
            </a:r>
            <a:r>
              <a:rPr lang="en-GB" dirty="0" err="1">
                <a:solidFill>
                  <a:schemeClr val="bg1"/>
                </a:solidFill>
                <a:latin typeface="Franklin Gothic Medium" panose="020B0603020102020204" pitchFamily="34" charset="0"/>
              </a:rPr>
              <a:t>een</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fysieke</a:t>
            </a:r>
            <a:r>
              <a:rPr lang="en-GB" dirty="0">
                <a:solidFill>
                  <a:schemeClr val="bg1"/>
                </a:solidFill>
                <a:latin typeface="Franklin Gothic Medium" panose="020B0603020102020204" pitchFamily="34" charset="0"/>
              </a:rPr>
              <a:t> en </a:t>
            </a:r>
            <a:r>
              <a:rPr lang="en-GB" dirty="0" err="1">
                <a:solidFill>
                  <a:schemeClr val="bg1"/>
                </a:solidFill>
                <a:latin typeface="Franklin Gothic Medium" panose="020B0603020102020204" pitchFamily="34" charset="0"/>
              </a:rPr>
              <a:t>emotionele</a:t>
            </a:r>
            <a:r>
              <a:rPr lang="en-GB" dirty="0">
                <a:solidFill>
                  <a:schemeClr val="bg1"/>
                </a:solidFill>
                <a:latin typeface="Franklin Gothic Medium" panose="020B0603020102020204" pitchFamily="34" charset="0"/>
              </a:rPr>
              <a:t> reis </a:t>
            </a:r>
            <a:r>
              <a:rPr lang="en-GB" dirty="0" err="1">
                <a:solidFill>
                  <a:schemeClr val="bg1"/>
                </a:solidFill>
                <a:latin typeface="Franklin Gothic Medium" panose="020B0603020102020204" pitchFamily="34" charset="0"/>
              </a:rPr>
              <a:t>neemt</a:t>
            </a:r>
            <a:r>
              <a:rPr lang="en-GB" dirty="0">
                <a:solidFill>
                  <a:schemeClr val="bg1"/>
                </a:solidFill>
                <a:latin typeface="Franklin Gothic Medium" panose="020B0603020102020204" pitchFamily="34" charset="0"/>
              </a:rPr>
              <a:t>.</a:t>
            </a:r>
            <a:endParaRPr lang="nl-BE" dirty="0">
              <a:solidFill>
                <a:schemeClr val="bg1"/>
              </a:solidFill>
              <a:latin typeface="Franklin Gothic Medium" panose="020B0603020102020204" pitchFamily="34" charset="0"/>
            </a:endParaRPr>
          </a:p>
        </p:txBody>
      </p:sp>
      <p:sp>
        <p:nvSpPr>
          <p:cNvPr id="3" name="Content Placeholder 2">
            <a:extLst>
              <a:ext uri="{FF2B5EF4-FFF2-40B4-BE49-F238E27FC236}">
                <a16:creationId xmlns:a16="http://schemas.microsoft.com/office/drawing/2014/main" id="{F0294B8B-D548-72D3-8E13-4B7AAB896936}"/>
              </a:ext>
            </a:extLst>
          </p:cNvPr>
          <p:cNvSpPr>
            <a:spLocks noGrp="1"/>
          </p:cNvSpPr>
          <p:nvPr>
            <p:ph idx="1"/>
          </p:nvPr>
        </p:nvSpPr>
        <p:spPr>
          <a:xfrm>
            <a:off x="0" y="6437731"/>
            <a:ext cx="10515600" cy="420269"/>
          </a:xfrm>
        </p:spPr>
        <p:txBody>
          <a:bodyPr>
            <a:normAutofit fontScale="92500" lnSpcReduction="10000"/>
          </a:bodyPr>
          <a:lstStyle/>
          <a:p>
            <a:pPr marL="0" indent="0">
              <a:buNone/>
            </a:pPr>
            <a:r>
              <a:rPr lang="en-GB" dirty="0" err="1">
                <a:solidFill>
                  <a:schemeClr val="bg1"/>
                </a:solidFill>
                <a:latin typeface="Franklin Gothic Medium" panose="020B0603020102020204" pitchFamily="34" charset="0"/>
              </a:rPr>
              <a:t>Waar</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rond</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draait</a:t>
            </a:r>
            <a:r>
              <a:rPr lang="en-GB" dirty="0">
                <a:solidFill>
                  <a:schemeClr val="bg1"/>
                </a:solidFill>
                <a:latin typeface="Franklin Gothic Medium" panose="020B0603020102020204" pitchFamily="34" charset="0"/>
              </a:rPr>
              <a:t> de video?</a:t>
            </a:r>
            <a:endParaRPr lang="nl-BE"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29435853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EE63816B-8D37-9F5D-1401-ECDA62FA4F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557573-EF7E-B5A6-D9BD-566C961596AE}"/>
              </a:ext>
            </a:extLst>
          </p:cNvPr>
          <p:cNvSpPr>
            <a:spLocks noGrp="1"/>
          </p:cNvSpPr>
          <p:nvPr>
            <p:ph type="title"/>
          </p:nvPr>
        </p:nvSpPr>
        <p:spPr>
          <a:xfrm>
            <a:off x="838200" y="1695094"/>
            <a:ext cx="10515600" cy="3467811"/>
          </a:xfrm>
        </p:spPr>
        <p:txBody>
          <a:bodyPr>
            <a:normAutofit fontScale="90000"/>
          </a:bodyPr>
          <a:lstStyle/>
          <a:p>
            <a:r>
              <a:rPr lang="en-GB" b="1" dirty="0">
                <a:solidFill>
                  <a:schemeClr val="bg1"/>
                </a:solidFill>
                <a:latin typeface="Franklin Gothic Medium" panose="020B0603020102020204" pitchFamily="34" charset="0"/>
              </a:rPr>
              <a:t>De “loop” </a:t>
            </a:r>
            <a:r>
              <a:rPr lang="en-GB" b="1" dirty="0" err="1">
                <a:solidFill>
                  <a:schemeClr val="bg1"/>
                </a:solidFill>
                <a:latin typeface="Franklin Gothic Medium" panose="020B0603020102020204" pitchFamily="34" charset="0"/>
              </a:rPr>
              <a:t>versie</a:t>
            </a:r>
            <a:r>
              <a:rPr lang="en-GB" b="1" dirty="0">
                <a:solidFill>
                  <a:schemeClr val="bg1"/>
                </a:solidFill>
                <a:latin typeface="Franklin Gothic Medium" panose="020B0603020102020204" pitchFamily="34" charset="0"/>
              </a:rPr>
              <a:t> van de student</a:t>
            </a:r>
            <a:br>
              <a:rPr lang="en-GB" dirty="0">
                <a:solidFill>
                  <a:schemeClr val="bg1"/>
                </a:solidFill>
                <a:latin typeface="Franklin Gothic Medium" panose="020B0603020102020204" pitchFamily="34" charset="0"/>
              </a:rPr>
            </a:br>
            <a:r>
              <a:rPr lang="en-GB" dirty="0">
                <a:solidFill>
                  <a:schemeClr val="bg1"/>
                </a:solidFill>
                <a:latin typeface="Franklin Gothic Medium" panose="020B0603020102020204" pitchFamily="34" charset="0"/>
              </a:rPr>
              <a:t>De student zit vast in het </a:t>
            </a:r>
            <a:r>
              <a:rPr lang="en-GB" dirty="0" err="1">
                <a:solidFill>
                  <a:schemeClr val="bg1"/>
                </a:solidFill>
                <a:latin typeface="Franklin Gothic Medium" panose="020B0603020102020204" pitchFamily="34" charset="0"/>
              </a:rPr>
              <a:t>bos</a:t>
            </a:r>
            <a:r>
              <a:rPr lang="en-GB" dirty="0">
                <a:solidFill>
                  <a:schemeClr val="bg1"/>
                </a:solidFill>
                <a:latin typeface="Franklin Gothic Medium" panose="020B0603020102020204" pitchFamily="34" charset="0"/>
              </a:rPr>
              <a:t> in een loop, in het </a:t>
            </a:r>
            <a:r>
              <a:rPr lang="en-GB" dirty="0" err="1">
                <a:solidFill>
                  <a:schemeClr val="bg1"/>
                </a:solidFill>
                <a:latin typeface="Franklin Gothic Medium" panose="020B0603020102020204" pitchFamily="34" charset="0"/>
              </a:rPr>
              <a:t>bos</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ziet</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hij</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letterlijk</a:t>
            </a:r>
            <a:r>
              <a:rPr lang="en-GB" dirty="0">
                <a:solidFill>
                  <a:schemeClr val="bg1"/>
                </a:solidFill>
                <a:latin typeface="Franklin Gothic Medium" panose="020B0603020102020204" pitchFamily="34" charset="0"/>
              </a:rPr>
              <a:t> de </a:t>
            </a:r>
            <a:r>
              <a:rPr lang="en-GB" dirty="0" err="1">
                <a:solidFill>
                  <a:schemeClr val="bg1"/>
                </a:solidFill>
                <a:latin typeface="Franklin Gothic Medium" panose="020B0603020102020204" pitchFamily="34" charset="0"/>
              </a:rPr>
              <a:t>loopende</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versies</a:t>
            </a:r>
            <a:r>
              <a:rPr lang="en-GB" dirty="0">
                <a:solidFill>
                  <a:schemeClr val="bg1"/>
                </a:solidFill>
                <a:latin typeface="Franklin Gothic Medium" panose="020B0603020102020204" pitchFamily="34" charset="0"/>
              </a:rPr>
              <a:t> van hem in het </a:t>
            </a:r>
            <a:r>
              <a:rPr lang="en-GB" dirty="0" err="1">
                <a:solidFill>
                  <a:schemeClr val="bg1"/>
                </a:solidFill>
                <a:latin typeface="Franklin Gothic Medium" panose="020B0603020102020204" pitchFamily="34" charset="0"/>
              </a:rPr>
              <a:t>bos</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dit</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forceert</a:t>
            </a:r>
            <a:r>
              <a:rPr lang="en-GB" dirty="0">
                <a:solidFill>
                  <a:schemeClr val="bg1"/>
                </a:solidFill>
                <a:latin typeface="Franklin Gothic Medium" panose="020B0603020102020204" pitchFamily="34" charset="0"/>
              </a:rPr>
              <a:t> hem om </a:t>
            </a:r>
            <a:r>
              <a:rPr lang="en-GB" dirty="0" err="1">
                <a:solidFill>
                  <a:schemeClr val="bg1"/>
                </a:solidFill>
                <a:latin typeface="Franklin Gothic Medium" panose="020B0603020102020204" pitchFamily="34" charset="0"/>
              </a:rPr>
              <a:t>zichzelf</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te</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confronteren</a:t>
            </a:r>
            <a:r>
              <a:rPr lang="en-GB" dirty="0">
                <a:solidFill>
                  <a:schemeClr val="bg1"/>
                </a:solidFill>
                <a:latin typeface="Franklin Gothic Medium" panose="020B0603020102020204" pitchFamily="34" charset="0"/>
              </a:rPr>
              <a:t>, zijn acties </a:t>
            </a:r>
            <a:r>
              <a:rPr lang="en-GB" dirty="0" err="1">
                <a:solidFill>
                  <a:schemeClr val="bg1"/>
                </a:solidFill>
                <a:latin typeface="Franklin Gothic Medium" panose="020B0603020102020204" pitchFamily="34" charset="0"/>
              </a:rPr>
              <a:t>te</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zien</a:t>
            </a:r>
            <a:r>
              <a:rPr lang="en-GB" dirty="0">
                <a:solidFill>
                  <a:schemeClr val="bg1"/>
                </a:solidFill>
                <a:latin typeface="Franklin Gothic Medium" panose="020B0603020102020204" pitchFamily="34" charset="0"/>
              </a:rPr>
              <a:t> en </a:t>
            </a:r>
            <a:r>
              <a:rPr lang="en-GB" dirty="0" err="1">
                <a:solidFill>
                  <a:schemeClr val="bg1"/>
                </a:solidFill>
                <a:latin typeface="Franklin Gothic Medium" panose="020B0603020102020204" pitchFamily="34" charset="0"/>
              </a:rPr>
              <a:t>hierdoor</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bevrijding</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te</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zoeken</a:t>
            </a:r>
            <a:r>
              <a:rPr lang="en-GB" dirty="0">
                <a:solidFill>
                  <a:schemeClr val="bg1"/>
                </a:solidFill>
                <a:latin typeface="Franklin Gothic Medium" panose="020B0603020102020204" pitchFamily="34" charset="0"/>
              </a:rPr>
              <a:t>.</a:t>
            </a:r>
            <a:endParaRPr lang="nl-BE" dirty="0">
              <a:solidFill>
                <a:schemeClr val="bg1"/>
              </a:solidFill>
              <a:latin typeface="Franklin Gothic Medium" panose="020B0603020102020204" pitchFamily="34" charset="0"/>
            </a:endParaRPr>
          </a:p>
        </p:txBody>
      </p:sp>
      <p:sp>
        <p:nvSpPr>
          <p:cNvPr id="3" name="Content Placeholder 2">
            <a:extLst>
              <a:ext uri="{FF2B5EF4-FFF2-40B4-BE49-F238E27FC236}">
                <a16:creationId xmlns:a16="http://schemas.microsoft.com/office/drawing/2014/main" id="{9854AF27-4C86-5327-268C-C10C1FA8C973}"/>
              </a:ext>
            </a:extLst>
          </p:cNvPr>
          <p:cNvSpPr>
            <a:spLocks noGrp="1"/>
          </p:cNvSpPr>
          <p:nvPr>
            <p:ph idx="1"/>
          </p:nvPr>
        </p:nvSpPr>
        <p:spPr>
          <a:xfrm>
            <a:off x="0" y="6437731"/>
            <a:ext cx="10515600" cy="420269"/>
          </a:xfrm>
        </p:spPr>
        <p:txBody>
          <a:bodyPr>
            <a:normAutofit fontScale="92500" lnSpcReduction="10000"/>
          </a:bodyPr>
          <a:lstStyle/>
          <a:p>
            <a:pPr marL="0" indent="0">
              <a:buNone/>
            </a:pPr>
            <a:r>
              <a:rPr lang="en-GB" dirty="0" err="1">
                <a:solidFill>
                  <a:schemeClr val="bg1"/>
                </a:solidFill>
                <a:latin typeface="Franklin Gothic Medium" panose="020B0603020102020204" pitchFamily="34" charset="0"/>
              </a:rPr>
              <a:t>Waar</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rond</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draait</a:t>
            </a:r>
            <a:r>
              <a:rPr lang="en-GB" dirty="0">
                <a:solidFill>
                  <a:schemeClr val="bg1"/>
                </a:solidFill>
                <a:latin typeface="Franklin Gothic Medium" panose="020B0603020102020204" pitchFamily="34" charset="0"/>
              </a:rPr>
              <a:t> de video?</a:t>
            </a:r>
            <a:endParaRPr lang="nl-BE"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29657509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BE19CB2-222D-A547-66B6-6BD3B1AE48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6905C6-5C06-CCBE-9FF4-E47134DE431A}"/>
              </a:ext>
            </a:extLst>
          </p:cNvPr>
          <p:cNvSpPr>
            <a:spLocks noGrp="1"/>
          </p:cNvSpPr>
          <p:nvPr>
            <p:ph type="title"/>
          </p:nvPr>
        </p:nvSpPr>
        <p:spPr>
          <a:xfrm>
            <a:off x="838200" y="1695094"/>
            <a:ext cx="10515600" cy="3467811"/>
          </a:xfrm>
        </p:spPr>
        <p:txBody>
          <a:bodyPr>
            <a:normAutofit fontScale="90000"/>
          </a:bodyPr>
          <a:lstStyle/>
          <a:p>
            <a:r>
              <a:rPr lang="en-GB" b="1" dirty="0" err="1">
                <a:solidFill>
                  <a:schemeClr val="bg1"/>
                </a:solidFill>
                <a:latin typeface="Franklin Gothic Medium" panose="020B0603020102020204" pitchFamily="34" charset="0"/>
              </a:rPr>
              <a:t>Handschoenen</a:t>
            </a:r>
            <a:br>
              <a:rPr lang="en-GB" b="1" dirty="0">
                <a:solidFill>
                  <a:schemeClr val="bg1"/>
                </a:solidFill>
                <a:latin typeface="Franklin Gothic Medium" panose="020B0603020102020204" pitchFamily="34" charset="0"/>
              </a:rPr>
            </a:br>
            <a:r>
              <a:rPr lang="en-GB" dirty="0">
                <a:solidFill>
                  <a:schemeClr val="bg1"/>
                </a:solidFill>
                <a:latin typeface="Franklin Gothic Medium" panose="020B0603020102020204" pitchFamily="34" charset="0"/>
              </a:rPr>
              <a:t>Het personage </a:t>
            </a:r>
            <a:r>
              <a:rPr lang="en-GB" dirty="0" err="1">
                <a:solidFill>
                  <a:schemeClr val="bg1"/>
                </a:solidFill>
                <a:latin typeface="Franklin Gothic Medium" panose="020B0603020102020204" pitchFamily="34" charset="0"/>
              </a:rPr>
              <a:t>onderzoekt</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waar</a:t>
            </a:r>
            <a:r>
              <a:rPr lang="en-GB" dirty="0">
                <a:solidFill>
                  <a:schemeClr val="bg1"/>
                </a:solidFill>
                <a:latin typeface="Franklin Gothic Medium" panose="020B0603020102020204" pitchFamily="34" charset="0"/>
              </a:rPr>
              <a:t> de loop van het </a:t>
            </a:r>
            <a:r>
              <a:rPr lang="en-GB" dirty="0" err="1">
                <a:solidFill>
                  <a:schemeClr val="bg1"/>
                </a:solidFill>
                <a:latin typeface="Franklin Gothic Medium" panose="020B0603020102020204" pitchFamily="34" charset="0"/>
              </a:rPr>
              <a:t>bos</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begint</a:t>
            </a:r>
            <a:r>
              <a:rPr lang="en-GB" dirty="0">
                <a:solidFill>
                  <a:schemeClr val="bg1"/>
                </a:solidFill>
                <a:latin typeface="Franklin Gothic Medium" panose="020B0603020102020204" pitchFamily="34" charset="0"/>
              </a:rPr>
              <a:t> en </a:t>
            </a:r>
            <a:r>
              <a:rPr lang="en-GB" dirty="0" err="1">
                <a:solidFill>
                  <a:schemeClr val="bg1"/>
                </a:solidFill>
                <a:latin typeface="Franklin Gothic Medium" panose="020B0603020102020204" pitchFamily="34" charset="0"/>
              </a:rPr>
              <a:t>eindigt</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daarom</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gebruikt</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hij</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zijn</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handschoenen</a:t>
            </a:r>
            <a:r>
              <a:rPr lang="en-GB" dirty="0">
                <a:solidFill>
                  <a:schemeClr val="bg1"/>
                </a:solidFill>
                <a:latin typeface="Franklin Gothic Medium" panose="020B0603020102020204" pitchFamily="34" charset="0"/>
              </a:rPr>
              <a:t> als </a:t>
            </a:r>
            <a:r>
              <a:rPr lang="en-GB" dirty="0" err="1">
                <a:solidFill>
                  <a:schemeClr val="bg1"/>
                </a:solidFill>
                <a:latin typeface="Franklin Gothic Medium" panose="020B0603020102020204" pitchFamily="34" charset="0"/>
              </a:rPr>
              <a:t>markering</a:t>
            </a:r>
            <a:r>
              <a:rPr lang="en-GB" dirty="0">
                <a:solidFill>
                  <a:schemeClr val="bg1"/>
                </a:solidFill>
                <a:latin typeface="Franklin Gothic Medium" panose="020B0603020102020204" pitchFamily="34" charset="0"/>
              </a:rPr>
              <a:t> van </a:t>
            </a:r>
            <a:r>
              <a:rPr lang="en-GB" dirty="0" err="1">
                <a:solidFill>
                  <a:schemeClr val="bg1"/>
                </a:solidFill>
                <a:latin typeface="Franklin Gothic Medium" panose="020B0603020102020204" pitchFamily="34" charset="0"/>
              </a:rPr>
              <a:t>een</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plek</a:t>
            </a:r>
            <a:r>
              <a:rPr lang="en-GB" dirty="0">
                <a:solidFill>
                  <a:schemeClr val="bg1"/>
                </a:solidFill>
                <a:latin typeface="Franklin Gothic Medium" panose="020B0603020102020204" pitchFamily="34" charset="0"/>
              </a:rPr>
              <a:t> die </a:t>
            </a:r>
            <a:r>
              <a:rPr lang="en-GB" dirty="0" err="1">
                <a:solidFill>
                  <a:schemeClr val="bg1"/>
                </a:solidFill>
                <a:latin typeface="Franklin Gothic Medium" panose="020B0603020102020204" pitchFamily="34" charset="0"/>
              </a:rPr>
              <a:t>hij</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kan</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volgen</a:t>
            </a:r>
            <a:r>
              <a:rPr lang="en-GB" dirty="0">
                <a:solidFill>
                  <a:schemeClr val="bg1"/>
                </a:solidFill>
                <a:latin typeface="Franklin Gothic Medium" panose="020B0603020102020204" pitchFamily="34" charset="0"/>
              </a:rPr>
              <a:t>, die </a:t>
            </a:r>
            <a:r>
              <a:rPr lang="en-GB" dirty="0" err="1">
                <a:solidFill>
                  <a:schemeClr val="bg1"/>
                </a:solidFill>
                <a:latin typeface="Franklin Gothic Medium" panose="020B0603020102020204" pitchFamily="34" charset="0"/>
              </a:rPr>
              <a:t>handschoenen</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vindt</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hij</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keer</a:t>
            </a:r>
            <a:r>
              <a:rPr lang="en-GB" dirty="0">
                <a:solidFill>
                  <a:schemeClr val="bg1"/>
                </a:solidFill>
                <a:latin typeface="Franklin Gothic Medium" panose="020B0603020102020204" pitchFamily="34" charset="0"/>
              </a:rPr>
              <a:t> op </a:t>
            </a:r>
            <a:r>
              <a:rPr lang="en-GB" dirty="0" err="1">
                <a:solidFill>
                  <a:schemeClr val="bg1"/>
                </a:solidFill>
                <a:latin typeface="Franklin Gothic Medium" panose="020B0603020102020204" pitchFamily="34" charset="0"/>
              </a:rPr>
              <a:t>keer</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terug</a:t>
            </a:r>
            <a:r>
              <a:rPr lang="en-GB" dirty="0">
                <a:solidFill>
                  <a:schemeClr val="bg1"/>
                </a:solidFill>
                <a:latin typeface="Franklin Gothic Medium" panose="020B0603020102020204" pitchFamily="34" charset="0"/>
              </a:rPr>
              <a:t> als </a:t>
            </a:r>
            <a:r>
              <a:rPr lang="en-GB" dirty="0" err="1">
                <a:solidFill>
                  <a:schemeClr val="bg1"/>
                </a:solidFill>
                <a:latin typeface="Franklin Gothic Medium" panose="020B0603020102020204" pitchFamily="34" charset="0"/>
              </a:rPr>
              <a:t>hij</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verder</a:t>
            </a:r>
            <a:r>
              <a:rPr lang="en-GB" dirty="0">
                <a:solidFill>
                  <a:schemeClr val="bg1"/>
                </a:solidFill>
                <a:latin typeface="Franklin Gothic Medium" panose="020B0603020102020204" pitchFamily="34" charset="0"/>
              </a:rPr>
              <a:t> in de loop </a:t>
            </a:r>
            <a:r>
              <a:rPr lang="en-GB" dirty="0" err="1">
                <a:solidFill>
                  <a:schemeClr val="bg1"/>
                </a:solidFill>
                <a:latin typeface="Franklin Gothic Medium" panose="020B0603020102020204" pitchFamily="34" charset="0"/>
              </a:rPr>
              <a:t>stapt</a:t>
            </a:r>
            <a:r>
              <a:rPr lang="en-GB" dirty="0">
                <a:solidFill>
                  <a:schemeClr val="bg1"/>
                </a:solidFill>
                <a:latin typeface="Franklin Gothic Medium" panose="020B0603020102020204" pitchFamily="34" charset="0"/>
              </a:rPr>
              <a:t>, maar </a:t>
            </a:r>
            <a:r>
              <a:rPr lang="en-GB" dirty="0" err="1">
                <a:solidFill>
                  <a:schemeClr val="bg1"/>
                </a:solidFill>
                <a:latin typeface="Franklin Gothic Medium" panose="020B0603020102020204" pitchFamily="34" charset="0"/>
              </a:rPr>
              <a:t>zijn</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gedrag</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beinvloedt</a:t>
            </a:r>
            <a:r>
              <a:rPr lang="en-GB" dirty="0">
                <a:solidFill>
                  <a:schemeClr val="bg1"/>
                </a:solidFill>
                <a:latin typeface="Franklin Gothic Medium" panose="020B0603020102020204" pitchFamily="34" charset="0"/>
              </a:rPr>
              <a:t> hoe de </a:t>
            </a:r>
            <a:r>
              <a:rPr lang="en-GB" dirty="0" err="1">
                <a:solidFill>
                  <a:schemeClr val="bg1"/>
                </a:solidFill>
                <a:latin typeface="Franklin Gothic Medium" panose="020B0603020102020204" pitchFamily="34" charset="0"/>
              </a:rPr>
              <a:t>handschoenen</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geplaatst</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zijn</a:t>
            </a:r>
            <a:r>
              <a:rPr lang="en-GB" dirty="0">
                <a:solidFill>
                  <a:schemeClr val="bg1"/>
                </a:solidFill>
                <a:latin typeface="Franklin Gothic Medium" panose="020B0603020102020204" pitchFamily="34" charset="0"/>
              </a:rPr>
              <a:t> door </a:t>
            </a:r>
            <a:r>
              <a:rPr lang="en-GB" dirty="0" err="1">
                <a:solidFill>
                  <a:schemeClr val="bg1"/>
                </a:solidFill>
                <a:latin typeface="Franklin Gothic Medium" panose="020B0603020102020204" pitchFamily="34" charset="0"/>
              </a:rPr>
              <a:t>zichzelf</a:t>
            </a:r>
            <a:r>
              <a:rPr lang="en-GB" dirty="0">
                <a:solidFill>
                  <a:schemeClr val="bg1"/>
                </a:solidFill>
                <a:latin typeface="Franklin Gothic Medium" panose="020B0603020102020204" pitchFamily="34" charset="0"/>
              </a:rPr>
              <a:t>, als </a:t>
            </a:r>
            <a:r>
              <a:rPr lang="en-GB" dirty="0" err="1">
                <a:solidFill>
                  <a:schemeClr val="bg1"/>
                </a:solidFill>
                <a:latin typeface="Franklin Gothic Medium" panose="020B0603020102020204" pitchFamily="34" charset="0"/>
              </a:rPr>
              <a:t>hij</a:t>
            </a:r>
            <a:r>
              <a:rPr lang="en-GB" dirty="0">
                <a:solidFill>
                  <a:schemeClr val="bg1"/>
                </a:solidFill>
                <a:latin typeface="Franklin Gothic Medium" panose="020B0603020102020204" pitchFamily="34" charset="0"/>
              </a:rPr>
              <a:t> boos is </a:t>
            </a:r>
            <a:r>
              <a:rPr lang="en-GB" dirty="0" err="1">
                <a:solidFill>
                  <a:schemeClr val="bg1"/>
                </a:solidFill>
                <a:latin typeface="Franklin Gothic Medium" panose="020B0603020102020204" pitchFamily="34" charset="0"/>
              </a:rPr>
              <a:t>liggen</a:t>
            </a:r>
            <a:r>
              <a:rPr lang="en-GB" dirty="0">
                <a:solidFill>
                  <a:schemeClr val="bg1"/>
                </a:solidFill>
                <a:latin typeface="Franklin Gothic Medium" panose="020B0603020102020204" pitchFamily="34" charset="0"/>
              </a:rPr>
              <a:t> ze er </a:t>
            </a:r>
            <a:r>
              <a:rPr lang="en-GB" dirty="0" err="1">
                <a:solidFill>
                  <a:schemeClr val="bg1"/>
                </a:solidFill>
                <a:latin typeface="Franklin Gothic Medium" panose="020B0603020102020204" pitchFamily="34" charset="0"/>
              </a:rPr>
              <a:t>gesmeten</a:t>
            </a:r>
            <a:r>
              <a:rPr lang="en-GB" dirty="0">
                <a:solidFill>
                  <a:schemeClr val="bg1"/>
                </a:solidFill>
                <a:latin typeface="Franklin Gothic Medium" panose="020B0603020102020204" pitchFamily="34" charset="0"/>
              </a:rPr>
              <a:t>, als </a:t>
            </a:r>
            <a:r>
              <a:rPr lang="en-GB" dirty="0" err="1">
                <a:solidFill>
                  <a:schemeClr val="bg1"/>
                </a:solidFill>
                <a:latin typeface="Franklin Gothic Medium" panose="020B0603020102020204" pitchFamily="34" charset="0"/>
              </a:rPr>
              <a:t>hij</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kalm</a:t>
            </a:r>
            <a:r>
              <a:rPr lang="en-GB" dirty="0">
                <a:solidFill>
                  <a:schemeClr val="bg1"/>
                </a:solidFill>
                <a:latin typeface="Franklin Gothic Medium" panose="020B0603020102020204" pitchFamily="34" charset="0"/>
              </a:rPr>
              <a:t> is </a:t>
            </a:r>
            <a:r>
              <a:rPr lang="en-GB" dirty="0" err="1">
                <a:solidFill>
                  <a:schemeClr val="bg1"/>
                </a:solidFill>
                <a:latin typeface="Franklin Gothic Medium" panose="020B0603020102020204" pitchFamily="34" charset="0"/>
              </a:rPr>
              <a:t>zal</a:t>
            </a:r>
            <a:r>
              <a:rPr lang="en-GB" dirty="0">
                <a:solidFill>
                  <a:schemeClr val="bg1"/>
                </a:solidFill>
                <a:latin typeface="Franklin Gothic Medium" panose="020B0603020102020204" pitchFamily="34" charset="0"/>
              </a:rPr>
              <a:t> er </a:t>
            </a:r>
            <a:r>
              <a:rPr lang="en-GB" dirty="0" err="1">
                <a:solidFill>
                  <a:schemeClr val="bg1"/>
                </a:solidFill>
                <a:latin typeface="Franklin Gothic Medium" panose="020B0603020102020204" pitchFamily="34" charset="0"/>
              </a:rPr>
              <a:t>een</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vlagje</a:t>
            </a:r>
            <a:r>
              <a:rPr lang="en-GB" dirty="0">
                <a:solidFill>
                  <a:schemeClr val="bg1"/>
                </a:solidFill>
                <a:latin typeface="Franklin Gothic Medium" panose="020B0603020102020204" pitchFamily="34" charset="0"/>
              </a:rPr>
              <a:t> van gemaakt </a:t>
            </a:r>
            <a:r>
              <a:rPr lang="en-GB" dirty="0" err="1">
                <a:solidFill>
                  <a:schemeClr val="bg1"/>
                </a:solidFill>
                <a:latin typeface="Franklin Gothic Medium" panose="020B0603020102020204" pitchFamily="34" charset="0"/>
              </a:rPr>
              <a:t>zijn</a:t>
            </a:r>
            <a:r>
              <a:rPr lang="en-GB" dirty="0">
                <a:solidFill>
                  <a:schemeClr val="bg1"/>
                </a:solidFill>
                <a:latin typeface="Franklin Gothic Medium" panose="020B0603020102020204" pitchFamily="34" charset="0"/>
              </a:rPr>
              <a:t>.</a:t>
            </a:r>
            <a:endParaRPr lang="nl-BE" dirty="0">
              <a:solidFill>
                <a:schemeClr val="bg1"/>
              </a:solidFill>
              <a:latin typeface="Franklin Gothic Medium" panose="020B0603020102020204" pitchFamily="34" charset="0"/>
            </a:endParaRPr>
          </a:p>
        </p:txBody>
      </p:sp>
      <p:sp>
        <p:nvSpPr>
          <p:cNvPr id="3" name="Content Placeholder 2">
            <a:extLst>
              <a:ext uri="{FF2B5EF4-FFF2-40B4-BE49-F238E27FC236}">
                <a16:creationId xmlns:a16="http://schemas.microsoft.com/office/drawing/2014/main" id="{AA5B79DE-AC4D-0412-7042-BB02039CB3A4}"/>
              </a:ext>
            </a:extLst>
          </p:cNvPr>
          <p:cNvSpPr>
            <a:spLocks noGrp="1"/>
          </p:cNvSpPr>
          <p:nvPr>
            <p:ph idx="1"/>
          </p:nvPr>
        </p:nvSpPr>
        <p:spPr>
          <a:xfrm>
            <a:off x="0" y="6437731"/>
            <a:ext cx="10515600" cy="420269"/>
          </a:xfrm>
        </p:spPr>
        <p:txBody>
          <a:bodyPr>
            <a:normAutofit fontScale="92500" lnSpcReduction="10000"/>
          </a:bodyPr>
          <a:lstStyle/>
          <a:p>
            <a:pPr marL="0" indent="0">
              <a:buNone/>
            </a:pPr>
            <a:r>
              <a:rPr lang="en-GB" dirty="0" err="1">
                <a:solidFill>
                  <a:schemeClr val="bg1"/>
                </a:solidFill>
                <a:latin typeface="Franklin Gothic Medium" panose="020B0603020102020204" pitchFamily="34" charset="0"/>
              </a:rPr>
              <a:t>Waar</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rond</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draait</a:t>
            </a:r>
            <a:r>
              <a:rPr lang="en-GB" dirty="0">
                <a:solidFill>
                  <a:schemeClr val="bg1"/>
                </a:solidFill>
                <a:latin typeface="Franklin Gothic Medium" panose="020B0603020102020204" pitchFamily="34" charset="0"/>
              </a:rPr>
              <a:t> de video?</a:t>
            </a:r>
            <a:endParaRPr lang="nl-BE"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20261205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5590E2A-2613-88B8-244A-B322F9BF4B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81B5C9-867D-C43F-5D1B-15DF1ED44574}"/>
              </a:ext>
            </a:extLst>
          </p:cNvPr>
          <p:cNvSpPr>
            <a:spLocks noGrp="1"/>
          </p:cNvSpPr>
          <p:nvPr>
            <p:ph type="title"/>
          </p:nvPr>
        </p:nvSpPr>
        <p:spPr>
          <a:xfrm>
            <a:off x="838200" y="1695094"/>
            <a:ext cx="10515600" cy="3467811"/>
          </a:xfrm>
        </p:spPr>
        <p:txBody>
          <a:bodyPr>
            <a:normAutofit fontScale="90000"/>
          </a:bodyPr>
          <a:lstStyle/>
          <a:p>
            <a:r>
              <a:rPr lang="en-GB" b="1" dirty="0">
                <a:solidFill>
                  <a:schemeClr val="bg1"/>
                </a:solidFill>
                <a:latin typeface="Franklin Gothic Medium" panose="020B0603020102020204" pitchFamily="34" charset="0"/>
              </a:rPr>
              <a:t>Camera</a:t>
            </a:r>
            <a:br>
              <a:rPr lang="en-GB" b="1" dirty="0">
                <a:solidFill>
                  <a:schemeClr val="bg1"/>
                </a:solidFill>
                <a:latin typeface="Franklin Gothic Medium" panose="020B0603020102020204" pitchFamily="34" charset="0"/>
              </a:rPr>
            </a:br>
            <a:r>
              <a:rPr lang="en-GB" dirty="0">
                <a:solidFill>
                  <a:schemeClr val="bg1"/>
                </a:solidFill>
                <a:latin typeface="Franklin Gothic Medium" panose="020B0603020102020204" pitchFamily="34" charset="0"/>
              </a:rPr>
              <a:t>Het personage </a:t>
            </a:r>
            <a:r>
              <a:rPr lang="en-GB" dirty="0" err="1">
                <a:solidFill>
                  <a:schemeClr val="bg1"/>
                </a:solidFill>
                <a:latin typeface="Franklin Gothic Medium" panose="020B0603020102020204" pitchFamily="34" charset="0"/>
              </a:rPr>
              <a:t>gaat</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fotograferen</a:t>
            </a:r>
            <a:r>
              <a:rPr lang="en-GB" dirty="0">
                <a:solidFill>
                  <a:schemeClr val="bg1"/>
                </a:solidFill>
                <a:latin typeface="Franklin Gothic Medium" panose="020B0603020102020204" pitchFamily="34" charset="0"/>
              </a:rPr>
              <a:t> in het </a:t>
            </a:r>
            <a:r>
              <a:rPr lang="en-GB" dirty="0" err="1">
                <a:solidFill>
                  <a:schemeClr val="bg1"/>
                </a:solidFill>
                <a:latin typeface="Franklin Gothic Medium" panose="020B0603020102020204" pitchFamily="34" charset="0"/>
              </a:rPr>
              <a:t>bos</a:t>
            </a:r>
            <a:r>
              <a:rPr lang="en-GB" dirty="0">
                <a:solidFill>
                  <a:schemeClr val="bg1"/>
                </a:solidFill>
                <a:latin typeface="Franklin Gothic Medium" panose="020B0603020102020204" pitchFamily="34" charset="0"/>
              </a:rPr>
              <a:t>, maar </a:t>
            </a:r>
            <a:r>
              <a:rPr lang="en-GB" dirty="0" err="1">
                <a:solidFill>
                  <a:schemeClr val="bg1"/>
                </a:solidFill>
                <a:latin typeface="Franklin Gothic Medium" panose="020B0603020102020204" pitchFamily="34" charset="0"/>
              </a:rPr>
              <a:t>hij</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gebruikt</a:t>
            </a:r>
            <a:r>
              <a:rPr lang="en-GB" dirty="0">
                <a:solidFill>
                  <a:schemeClr val="bg1"/>
                </a:solidFill>
                <a:latin typeface="Franklin Gothic Medium" panose="020B0603020102020204" pitchFamily="34" charset="0"/>
              </a:rPr>
              <a:t> de camera al </a:t>
            </a:r>
            <a:r>
              <a:rPr lang="en-GB" dirty="0" err="1">
                <a:solidFill>
                  <a:schemeClr val="bg1"/>
                </a:solidFill>
                <a:latin typeface="Franklin Gothic Medium" panose="020B0603020102020204" pitchFamily="34" charset="0"/>
              </a:rPr>
              <a:t>snel</a:t>
            </a:r>
            <a:r>
              <a:rPr lang="en-GB" dirty="0">
                <a:solidFill>
                  <a:schemeClr val="bg1"/>
                </a:solidFill>
                <a:latin typeface="Franklin Gothic Medium" panose="020B0603020102020204" pitchFamily="34" charset="0"/>
              </a:rPr>
              <a:t> als </a:t>
            </a:r>
            <a:r>
              <a:rPr lang="en-GB" dirty="0" err="1">
                <a:solidFill>
                  <a:schemeClr val="bg1"/>
                </a:solidFill>
                <a:latin typeface="Franklin Gothic Medium" panose="020B0603020102020204" pitchFamily="34" charset="0"/>
              </a:rPr>
              <a:t>middel</a:t>
            </a:r>
            <a:r>
              <a:rPr lang="en-GB" dirty="0">
                <a:solidFill>
                  <a:schemeClr val="bg1"/>
                </a:solidFill>
                <a:latin typeface="Franklin Gothic Medium" panose="020B0603020102020204" pitchFamily="34" charset="0"/>
              </a:rPr>
              <a:t> om </a:t>
            </a:r>
            <a:r>
              <a:rPr lang="en-GB" dirty="0" err="1">
                <a:solidFill>
                  <a:schemeClr val="bg1"/>
                </a:solidFill>
                <a:latin typeface="Franklin Gothic Medium" panose="020B0603020102020204" pitchFamily="34" charset="0"/>
              </a:rPr>
              <a:t>rond</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te</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kijken</a:t>
            </a:r>
            <a:r>
              <a:rPr lang="en-GB" dirty="0">
                <a:solidFill>
                  <a:schemeClr val="bg1"/>
                </a:solidFill>
                <a:latin typeface="Franklin Gothic Medium" panose="020B0603020102020204" pitchFamily="34" charset="0"/>
              </a:rPr>
              <a:t> en </a:t>
            </a:r>
            <a:r>
              <a:rPr lang="en-GB" dirty="0" err="1">
                <a:solidFill>
                  <a:schemeClr val="bg1"/>
                </a:solidFill>
                <a:latin typeface="Franklin Gothic Medium" panose="020B0603020102020204" pitchFamily="34" charset="0"/>
              </a:rPr>
              <a:t>ontdekt</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dat</a:t>
            </a:r>
            <a:r>
              <a:rPr lang="en-GB" dirty="0">
                <a:solidFill>
                  <a:schemeClr val="bg1"/>
                </a:solidFill>
                <a:latin typeface="Franklin Gothic Medium" panose="020B0603020102020204" pitchFamily="34" charset="0"/>
              </a:rPr>
              <a:t> de </a:t>
            </a:r>
            <a:r>
              <a:rPr lang="en-GB" dirty="0" err="1">
                <a:solidFill>
                  <a:schemeClr val="bg1"/>
                </a:solidFill>
                <a:latin typeface="Franklin Gothic Medium" panose="020B0603020102020204" pitchFamily="34" charset="0"/>
              </a:rPr>
              <a:t>foto’s</a:t>
            </a:r>
            <a:r>
              <a:rPr lang="en-GB" dirty="0">
                <a:solidFill>
                  <a:schemeClr val="bg1"/>
                </a:solidFill>
                <a:latin typeface="Franklin Gothic Medium" panose="020B0603020102020204" pitchFamily="34" charset="0"/>
              </a:rPr>
              <a:t> die op de camera </a:t>
            </a:r>
            <a:r>
              <a:rPr lang="en-GB" dirty="0" err="1">
                <a:solidFill>
                  <a:schemeClr val="bg1"/>
                </a:solidFill>
                <a:latin typeface="Franklin Gothic Medium" panose="020B0603020102020204" pitchFamily="34" charset="0"/>
              </a:rPr>
              <a:t>staan</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ook</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veranderen</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doorheen</a:t>
            </a:r>
            <a:r>
              <a:rPr lang="en-GB" dirty="0">
                <a:solidFill>
                  <a:schemeClr val="bg1"/>
                </a:solidFill>
                <a:latin typeface="Franklin Gothic Medium" panose="020B0603020102020204" pitchFamily="34" charset="0"/>
              </a:rPr>
              <a:t> de loop. </a:t>
            </a:r>
            <a:r>
              <a:rPr lang="en-GB" dirty="0" err="1">
                <a:solidFill>
                  <a:schemeClr val="bg1"/>
                </a:solidFill>
                <a:latin typeface="Franklin Gothic Medium" panose="020B0603020102020204" pitchFamily="34" charset="0"/>
              </a:rPr>
              <a:t>Dit</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forceert</a:t>
            </a:r>
            <a:r>
              <a:rPr lang="en-GB" dirty="0">
                <a:solidFill>
                  <a:schemeClr val="bg1"/>
                </a:solidFill>
                <a:latin typeface="Franklin Gothic Medium" panose="020B0603020102020204" pitchFamily="34" charset="0"/>
              </a:rPr>
              <a:t> hem om de </a:t>
            </a:r>
            <a:r>
              <a:rPr lang="en-GB" dirty="0" err="1">
                <a:solidFill>
                  <a:schemeClr val="bg1"/>
                </a:solidFill>
                <a:latin typeface="Franklin Gothic Medium" panose="020B0603020102020204" pitchFamily="34" charset="0"/>
              </a:rPr>
              <a:t>richting</a:t>
            </a:r>
            <a:r>
              <a:rPr lang="en-GB" dirty="0">
                <a:solidFill>
                  <a:schemeClr val="bg1"/>
                </a:solidFill>
                <a:latin typeface="Franklin Gothic Medium" panose="020B0603020102020204" pitchFamily="34" charset="0"/>
              </a:rPr>
              <a:t> van de loop en </a:t>
            </a:r>
            <a:r>
              <a:rPr lang="en-GB" dirty="0" err="1">
                <a:solidFill>
                  <a:schemeClr val="bg1"/>
                </a:solidFill>
                <a:latin typeface="Franklin Gothic Medium" panose="020B0603020102020204" pitchFamily="34" charset="0"/>
              </a:rPr>
              <a:t>zijn</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leven</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onder</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ogen</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te</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zien</a:t>
            </a:r>
            <a:r>
              <a:rPr lang="en-GB" dirty="0">
                <a:solidFill>
                  <a:schemeClr val="bg1"/>
                </a:solidFill>
                <a:latin typeface="Franklin Gothic Medium" panose="020B0603020102020204" pitchFamily="34" charset="0"/>
              </a:rPr>
              <a:t>.</a:t>
            </a:r>
            <a:endParaRPr lang="nl-BE" dirty="0">
              <a:solidFill>
                <a:schemeClr val="bg1"/>
              </a:solidFill>
              <a:latin typeface="Franklin Gothic Medium" panose="020B0603020102020204" pitchFamily="34" charset="0"/>
            </a:endParaRPr>
          </a:p>
        </p:txBody>
      </p:sp>
      <p:sp>
        <p:nvSpPr>
          <p:cNvPr id="3" name="Content Placeholder 2">
            <a:extLst>
              <a:ext uri="{FF2B5EF4-FFF2-40B4-BE49-F238E27FC236}">
                <a16:creationId xmlns:a16="http://schemas.microsoft.com/office/drawing/2014/main" id="{85BA013F-CF21-2805-D9F2-6AD8F1A8EC1E}"/>
              </a:ext>
            </a:extLst>
          </p:cNvPr>
          <p:cNvSpPr>
            <a:spLocks noGrp="1"/>
          </p:cNvSpPr>
          <p:nvPr>
            <p:ph idx="1"/>
          </p:nvPr>
        </p:nvSpPr>
        <p:spPr>
          <a:xfrm>
            <a:off x="0" y="6437731"/>
            <a:ext cx="10515600" cy="420269"/>
          </a:xfrm>
        </p:spPr>
        <p:txBody>
          <a:bodyPr>
            <a:normAutofit fontScale="92500" lnSpcReduction="10000"/>
          </a:bodyPr>
          <a:lstStyle/>
          <a:p>
            <a:pPr marL="0" indent="0">
              <a:buNone/>
            </a:pPr>
            <a:r>
              <a:rPr lang="en-GB" dirty="0" err="1">
                <a:solidFill>
                  <a:schemeClr val="bg1"/>
                </a:solidFill>
                <a:latin typeface="Franklin Gothic Medium" panose="020B0603020102020204" pitchFamily="34" charset="0"/>
              </a:rPr>
              <a:t>Waar</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rond</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draait</a:t>
            </a:r>
            <a:r>
              <a:rPr lang="en-GB" dirty="0">
                <a:solidFill>
                  <a:schemeClr val="bg1"/>
                </a:solidFill>
                <a:latin typeface="Franklin Gothic Medium" panose="020B0603020102020204" pitchFamily="34" charset="0"/>
              </a:rPr>
              <a:t> de video?</a:t>
            </a:r>
            <a:endParaRPr lang="nl-BE"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29701638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D7D2E35-1FFF-4EF6-D605-DD2E35997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E25011-E46D-301F-BA0F-E85E6D76DF05}"/>
              </a:ext>
            </a:extLst>
          </p:cNvPr>
          <p:cNvSpPr>
            <a:spLocks noGrp="1"/>
          </p:cNvSpPr>
          <p:nvPr>
            <p:ph type="title"/>
          </p:nvPr>
        </p:nvSpPr>
        <p:spPr>
          <a:xfrm>
            <a:off x="838200" y="1695094"/>
            <a:ext cx="10515600" cy="3467811"/>
          </a:xfrm>
        </p:spPr>
        <p:txBody>
          <a:bodyPr>
            <a:normAutofit/>
          </a:bodyPr>
          <a:lstStyle/>
          <a:p>
            <a:r>
              <a:rPr lang="en-GB" b="1" dirty="0">
                <a:solidFill>
                  <a:schemeClr val="bg1"/>
                </a:solidFill>
                <a:latin typeface="Franklin Gothic Medium" panose="020B0603020102020204" pitchFamily="34" charset="0"/>
              </a:rPr>
              <a:t>Begin</a:t>
            </a:r>
            <a:br>
              <a:rPr lang="en-GB" b="1" dirty="0">
                <a:solidFill>
                  <a:schemeClr val="bg1"/>
                </a:solidFill>
                <a:latin typeface="Franklin Gothic Medium" panose="020B0603020102020204" pitchFamily="34" charset="0"/>
              </a:rPr>
            </a:br>
            <a:r>
              <a:rPr lang="en-GB" dirty="0">
                <a:solidFill>
                  <a:schemeClr val="bg1"/>
                </a:solidFill>
                <a:latin typeface="Franklin Gothic Medium" panose="020B0603020102020204" pitchFamily="34" charset="0"/>
              </a:rPr>
              <a:t>Het personage is </a:t>
            </a:r>
            <a:r>
              <a:rPr lang="en-GB" dirty="0" err="1">
                <a:solidFill>
                  <a:schemeClr val="bg1"/>
                </a:solidFill>
                <a:latin typeface="Franklin Gothic Medium" panose="020B0603020102020204" pitchFamily="34" charset="0"/>
              </a:rPr>
              <a:t>verloren</a:t>
            </a:r>
            <a:r>
              <a:rPr lang="en-GB" dirty="0">
                <a:solidFill>
                  <a:schemeClr val="bg1"/>
                </a:solidFill>
                <a:latin typeface="Franklin Gothic Medium" panose="020B0603020102020204" pitchFamily="34" charset="0"/>
              </a:rPr>
              <a:t> in </a:t>
            </a:r>
            <a:r>
              <a:rPr lang="en-GB" dirty="0" err="1">
                <a:solidFill>
                  <a:schemeClr val="bg1"/>
                </a:solidFill>
                <a:latin typeface="Franklin Gothic Medium" panose="020B0603020102020204" pitchFamily="34" charset="0"/>
              </a:rPr>
              <a:t>zijn</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gedachten</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mentaal</a:t>
            </a:r>
            <a:r>
              <a:rPr lang="en-GB" dirty="0">
                <a:solidFill>
                  <a:schemeClr val="bg1"/>
                </a:solidFill>
                <a:latin typeface="Franklin Gothic Medium" panose="020B0603020102020204" pitchFamily="34" charset="0"/>
              </a:rPr>
              <a:t>, maar </a:t>
            </a:r>
            <a:r>
              <a:rPr lang="en-GB" dirty="0" err="1">
                <a:solidFill>
                  <a:schemeClr val="bg1"/>
                </a:solidFill>
                <a:latin typeface="Franklin Gothic Medium" panose="020B0603020102020204" pitchFamily="34" charset="0"/>
              </a:rPr>
              <a:t>zoekt</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een</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fysieke</a:t>
            </a:r>
            <a:r>
              <a:rPr lang="en-GB" dirty="0">
                <a:solidFill>
                  <a:schemeClr val="bg1"/>
                </a:solidFill>
                <a:latin typeface="Franklin Gothic Medium" panose="020B0603020102020204" pitchFamily="34" charset="0"/>
              </a:rPr>
              <a:t> </a:t>
            </a:r>
            <a:r>
              <a:rPr lang="en-GB" dirty="0" err="1">
                <a:solidFill>
                  <a:schemeClr val="bg1"/>
                </a:solidFill>
                <a:latin typeface="Franklin Gothic Medium" panose="020B0603020102020204" pitchFamily="34" charset="0"/>
              </a:rPr>
              <a:t>verlossing</a:t>
            </a:r>
            <a:r>
              <a:rPr lang="en-GB" dirty="0">
                <a:solidFill>
                  <a:schemeClr val="bg1"/>
                </a:solidFill>
                <a:latin typeface="Franklin Gothic Medium" panose="020B0603020102020204" pitchFamily="34" charset="0"/>
              </a:rPr>
              <a:t> in het </a:t>
            </a:r>
            <a:r>
              <a:rPr lang="en-GB" dirty="0" err="1">
                <a:solidFill>
                  <a:schemeClr val="bg1"/>
                </a:solidFill>
                <a:latin typeface="Franklin Gothic Medium" panose="020B0603020102020204" pitchFamily="34" charset="0"/>
              </a:rPr>
              <a:t>bos</a:t>
            </a:r>
            <a:r>
              <a:rPr lang="en-GB" dirty="0">
                <a:solidFill>
                  <a:schemeClr val="bg1"/>
                </a:solidFill>
                <a:latin typeface="Franklin Gothic Medium" panose="020B0603020102020204" pitchFamily="34" charset="0"/>
              </a:rPr>
              <a:t>.</a:t>
            </a:r>
            <a:endParaRPr lang="nl-BE" dirty="0">
              <a:solidFill>
                <a:schemeClr val="bg1"/>
              </a:solidFill>
              <a:latin typeface="Franklin Gothic Medium" panose="020B0603020102020204" pitchFamily="34" charset="0"/>
            </a:endParaRPr>
          </a:p>
        </p:txBody>
      </p:sp>
      <p:sp>
        <p:nvSpPr>
          <p:cNvPr id="3" name="Content Placeholder 2">
            <a:extLst>
              <a:ext uri="{FF2B5EF4-FFF2-40B4-BE49-F238E27FC236}">
                <a16:creationId xmlns:a16="http://schemas.microsoft.com/office/drawing/2014/main" id="{AD78BEED-0C9B-FEBB-AE38-434FF60C5742}"/>
              </a:ext>
            </a:extLst>
          </p:cNvPr>
          <p:cNvSpPr>
            <a:spLocks noGrp="1"/>
          </p:cNvSpPr>
          <p:nvPr>
            <p:ph idx="1"/>
          </p:nvPr>
        </p:nvSpPr>
        <p:spPr>
          <a:xfrm>
            <a:off x="0" y="6437731"/>
            <a:ext cx="10515600" cy="420269"/>
          </a:xfrm>
        </p:spPr>
        <p:txBody>
          <a:bodyPr>
            <a:normAutofit fontScale="92500" lnSpcReduction="10000"/>
          </a:bodyPr>
          <a:lstStyle/>
          <a:p>
            <a:pPr marL="0" indent="0">
              <a:buNone/>
            </a:pPr>
            <a:r>
              <a:rPr lang="en-GB" dirty="0" err="1">
                <a:solidFill>
                  <a:schemeClr val="bg1"/>
                </a:solidFill>
                <a:latin typeface="Franklin Gothic Medium" panose="020B0603020102020204" pitchFamily="34" charset="0"/>
              </a:rPr>
              <a:t>Verloop</a:t>
            </a:r>
            <a:r>
              <a:rPr lang="en-GB" dirty="0">
                <a:solidFill>
                  <a:schemeClr val="bg1"/>
                </a:solidFill>
                <a:latin typeface="Franklin Gothic Medium" panose="020B0603020102020204" pitchFamily="34" charset="0"/>
              </a:rPr>
              <a:t> van het </a:t>
            </a:r>
            <a:r>
              <a:rPr lang="en-GB" dirty="0" err="1">
                <a:solidFill>
                  <a:schemeClr val="bg1"/>
                </a:solidFill>
                <a:latin typeface="Franklin Gothic Medium" panose="020B0603020102020204" pitchFamily="34" charset="0"/>
              </a:rPr>
              <a:t>verhaal</a:t>
            </a:r>
            <a:endParaRPr lang="nl-BE"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33893124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73BFA6A-4F40-9567-EF57-DC1489A50E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97BBFC-9199-DE43-7A3E-379E7B550062}"/>
              </a:ext>
            </a:extLst>
          </p:cNvPr>
          <p:cNvSpPr>
            <a:spLocks noGrp="1"/>
          </p:cNvSpPr>
          <p:nvPr>
            <p:ph type="title"/>
          </p:nvPr>
        </p:nvSpPr>
        <p:spPr>
          <a:xfrm>
            <a:off x="838200" y="1695094"/>
            <a:ext cx="10515600" cy="3467811"/>
          </a:xfrm>
        </p:spPr>
        <p:txBody>
          <a:bodyPr>
            <a:normAutofit fontScale="90000"/>
          </a:bodyPr>
          <a:lstStyle/>
          <a:p>
            <a:r>
              <a:rPr lang="en-GB" b="1" dirty="0">
                <a:solidFill>
                  <a:schemeClr val="bg1"/>
                </a:solidFill>
                <a:latin typeface="Franklin Gothic Medium" panose="020B0603020102020204" pitchFamily="34" charset="0"/>
              </a:rPr>
              <a:t>Midden</a:t>
            </a:r>
            <a:br>
              <a:rPr lang="en-GB" b="1" dirty="0">
                <a:solidFill>
                  <a:schemeClr val="bg1"/>
                </a:solidFill>
                <a:latin typeface="Franklin Gothic Medium" panose="020B0603020102020204" pitchFamily="34" charset="0"/>
              </a:rPr>
            </a:br>
            <a:r>
              <a:rPr lang="nl-BE" dirty="0">
                <a:solidFill>
                  <a:schemeClr val="bg1"/>
                </a:solidFill>
                <a:latin typeface="Franklin Gothic Medium" panose="020B0603020102020204" pitchFamily="34" charset="0"/>
              </a:rPr>
              <a:t>Hij komt vreemde, onverklaarbare dingen tegen, waaronder mysterieuze foto’s en video’s op de camera. En in de verte andere versies van zichzelf. Hij kan het niet begrijpen, maar het voelt steeds meer alsof het bos hem naar deze confrontatie met zichzelf duwt.</a:t>
            </a:r>
          </a:p>
        </p:txBody>
      </p:sp>
      <p:sp>
        <p:nvSpPr>
          <p:cNvPr id="3" name="Content Placeholder 2">
            <a:extLst>
              <a:ext uri="{FF2B5EF4-FFF2-40B4-BE49-F238E27FC236}">
                <a16:creationId xmlns:a16="http://schemas.microsoft.com/office/drawing/2014/main" id="{24C238FA-3030-D09C-54C7-C2B336DEC0D9}"/>
              </a:ext>
            </a:extLst>
          </p:cNvPr>
          <p:cNvSpPr>
            <a:spLocks noGrp="1"/>
          </p:cNvSpPr>
          <p:nvPr>
            <p:ph idx="1"/>
          </p:nvPr>
        </p:nvSpPr>
        <p:spPr>
          <a:xfrm>
            <a:off x="0" y="6437731"/>
            <a:ext cx="10515600" cy="420269"/>
          </a:xfrm>
        </p:spPr>
        <p:txBody>
          <a:bodyPr>
            <a:normAutofit fontScale="92500" lnSpcReduction="10000"/>
          </a:bodyPr>
          <a:lstStyle/>
          <a:p>
            <a:pPr marL="0" indent="0">
              <a:buNone/>
            </a:pPr>
            <a:r>
              <a:rPr lang="en-GB" dirty="0" err="1">
                <a:solidFill>
                  <a:schemeClr val="bg1"/>
                </a:solidFill>
                <a:latin typeface="Franklin Gothic Medium" panose="020B0603020102020204" pitchFamily="34" charset="0"/>
              </a:rPr>
              <a:t>Verloop</a:t>
            </a:r>
            <a:r>
              <a:rPr lang="en-GB" dirty="0">
                <a:solidFill>
                  <a:schemeClr val="bg1"/>
                </a:solidFill>
                <a:latin typeface="Franklin Gothic Medium" panose="020B0603020102020204" pitchFamily="34" charset="0"/>
              </a:rPr>
              <a:t> van het </a:t>
            </a:r>
            <a:r>
              <a:rPr lang="en-GB" dirty="0" err="1">
                <a:solidFill>
                  <a:schemeClr val="bg1"/>
                </a:solidFill>
                <a:latin typeface="Franklin Gothic Medium" panose="020B0603020102020204" pitchFamily="34" charset="0"/>
              </a:rPr>
              <a:t>verhaal</a:t>
            </a:r>
            <a:endParaRPr lang="nl-BE"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35716842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5894982-3B72-8471-BFC3-5E1BF84DB7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F4FD84-BABF-3062-A85B-567484B39393}"/>
              </a:ext>
            </a:extLst>
          </p:cNvPr>
          <p:cNvSpPr>
            <a:spLocks noGrp="1"/>
          </p:cNvSpPr>
          <p:nvPr>
            <p:ph type="title"/>
          </p:nvPr>
        </p:nvSpPr>
        <p:spPr>
          <a:xfrm>
            <a:off x="838200" y="1695094"/>
            <a:ext cx="10515600" cy="3467811"/>
          </a:xfrm>
        </p:spPr>
        <p:txBody>
          <a:bodyPr>
            <a:normAutofit fontScale="90000"/>
          </a:bodyPr>
          <a:lstStyle/>
          <a:p>
            <a:r>
              <a:rPr lang="en-GB" b="1" dirty="0">
                <a:solidFill>
                  <a:schemeClr val="bg1"/>
                </a:solidFill>
                <a:latin typeface="Franklin Gothic Medium" panose="020B0603020102020204" pitchFamily="34" charset="0"/>
              </a:rPr>
              <a:t>Einde</a:t>
            </a:r>
            <a:br>
              <a:rPr lang="en-GB" b="1" dirty="0">
                <a:solidFill>
                  <a:schemeClr val="bg1"/>
                </a:solidFill>
                <a:latin typeface="Franklin Gothic Medium" panose="020B0603020102020204" pitchFamily="34" charset="0"/>
              </a:rPr>
            </a:br>
            <a:r>
              <a:rPr lang="nl-BE" dirty="0">
                <a:solidFill>
                  <a:schemeClr val="bg1"/>
                </a:solidFill>
                <a:latin typeface="Franklin Gothic Medium" panose="020B0603020102020204" pitchFamily="34" charset="0"/>
              </a:rPr>
              <a:t>Het hoofdpersonage moet uiteindelijk kiezen of dat hij blijft zichzelf afleiden van zijn problemen, blijft staan en een dreigend einde van zichzelf durft te confronteren, of verder in de loop blijft te zitten.</a:t>
            </a:r>
          </a:p>
        </p:txBody>
      </p:sp>
      <p:sp>
        <p:nvSpPr>
          <p:cNvPr id="3" name="Content Placeholder 2">
            <a:extLst>
              <a:ext uri="{FF2B5EF4-FFF2-40B4-BE49-F238E27FC236}">
                <a16:creationId xmlns:a16="http://schemas.microsoft.com/office/drawing/2014/main" id="{DB77AED1-2ADF-F447-802D-5B656C6B3C60}"/>
              </a:ext>
            </a:extLst>
          </p:cNvPr>
          <p:cNvSpPr>
            <a:spLocks noGrp="1"/>
          </p:cNvSpPr>
          <p:nvPr>
            <p:ph idx="1"/>
          </p:nvPr>
        </p:nvSpPr>
        <p:spPr>
          <a:xfrm>
            <a:off x="0" y="6437731"/>
            <a:ext cx="10515600" cy="420269"/>
          </a:xfrm>
        </p:spPr>
        <p:txBody>
          <a:bodyPr>
            <a:normAutofit fontScale="92500" lnSpcReduction="10000"/>
          </a:bodyPr>
          <a:lstStyle/>
          <a:p>
            <a:pPr marL="0" indent="0">
              <a:buNone/>
            </a:pPr>
            <a:r>
              <a:rPr lang="en-GB" dirty="0" err="1">
                <a:solidFill>
                  <a:schemeClr val="bg1"/>
                </a:solidFill>
                <a:latin typeface="Franklin Gothic Medium" panose="020B0603020102020204" pitchFamily="34" charset="0"/>
              </a:rPr>
              <a:t>Verloop</a:t>
            </a:r>
            <a:r>
              <a:rPr lang="en-GB" dirty="0">
                <a:solidFill>
                  <a:schemeClr val="bg1"/>
                </a:solidFill>
                <a:latin typeface="Franklin Gothic Medium" panose="020B0603020102020204" pitchFamily="34" charset="0"/>
              </a:rPr>
              <a:t> van het </a:t>
            </a:r>
            <a:r>
              <a:rPr lang="en-GB" dirty="0" err="1">
                <a:solidFill>
                  <a:schemeClr val="bg1"/>
                </a:solidFill>
                <a:latin typeface="Franklin Gothic Medium" panose="020B0603020102020204" pitchFamily="34" charset="0"/>
              </a:rPr>
              <a:t>verhaal</a:t>
            </a:r>
            <a:endParaRPr lang="nl-BE"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12056791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3F96348-B874-C100-5540-5E0B23C01F6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F34607-B12F-2BFC-5D52-467927E41721}"/>
              </a:ext>
            </a:extLst>
          </p:cNvPr>
          <p:cNvSpPr>
            <a:spLocks noGrp="1"/>
          </p:cNvSpPr>
          <p:nvPr>
            <p:ph idx="1"/>
          </p:nvPr>
        </p:nvSpPr>
        <p:spPr>
          <a:xfrm>
            <a:off x="0" y="6437731"/>
            <a:ext cx="10515600" cy="420269"/>
          </a:xfrm>
        </p:spPr>
        <p:txBody>
          <a:bodyPr>
            <a:normAutofit fontScale="92500" lnSpcReduction="10000"/>
          </a:bodyPr>
          <a:lstStyle/>
          <a:p>
            <a:pPr marL="0" indent="0">
              <a:buNone/>
            </a:pPr>
            <a:r>
              <a:rPr lang="en-GB" dirty="0">
                <a:solidFill>
                  <a:schemeClr val="bg1"/>
                </a:solidFill>
                <a:latin typeface="Franklin Gothic Medium" panose="020B0603020102020204" pitchFamily="34" charset="0"/>
              </a:rPr>
              <a:t>Moodboard</a:t>
            </a:r>
            <a:endParaRPr lang="nl-BE" dirty="0">
              <a:solidFill>
                <a:schemeClr val="bg1"/>
              </a:solidFill>
              <a:latin typeface="Franklin Gothic Medium" panose="020B0603020102020204" pitchFamily="34" charset="0"/>
            </a:endParaRPr>
          </a:p>
        </p:txBody>
      </p:sp>
      <p:pic>
        <p:nvPicPr>
          <p:cNvPr id="4" name="Picture 3" descr="A tree branch in the woods&#10;&#10;AI-generated content may be incorrect.">
            <a:extLst>
              <a:ext uri="{FF2B5EF4-FFF2-40B4-BE49-F238E27FC236}">
                <a16:creationId xmlns:a16="http://schemas.microsoft.com/office/drawing/2014/main" id="{B5817746-4097-9B8F-BE5B-05D07EC78B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9982" y="0"/>
            <a:ext cx="2895600" cy="2143125"/>
          </a:xfrm>
          <a:prstGeom prst="rect">
            <a:avLst/>
          </a:prstGeom>
        </p:spPr>
      </p:pic>
      <p:pic>
        <p:nvPicPr>
          <p:cNvPr id="8" name="Picture 7" descr="A tree stump in the woods&#10;&#10;AI-generated content may be incorrect.">
            <a:extLst>
              <a:ext uri="{FF2B5EF4-FFF2-40B4-BE49-F238E27FC236}">
                <a16:creationId xmlns:a16="http://schemas.microsoft.com/office/drawing/2014/main" id="{05AE867E-99D2-DE7A-C7E0-D4114C29F9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35582" y="0"/>
            <a:ext cx="2895600" cy="1581150"/>
          </a:xfrm>
          <a:prstGeom prst="rect">
            <a:avLst/>
          </a:prstGeom>
        </p:spPr>
      </p:pic>
      <p:pic>
        <p:nvPicPr>
          <p:cNvPr id="12" name="Picture 11" descr="A low angle view of a forest&#10;&#10;AI-generated content may be incorrect.">
            <a:extLst>
              <a:ext uri="{FF2B5EF4-FFF2-40B4-BE49-F238E27FC236}">
                <a16:creationId xmlns:a16="http://schemas.microsoft.com/office/drawing/2014/main" id="{5F5FF2CF-2AF0-90FB-2CB0-7AA47645368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48461" y="0"/>
            <a:ext cx="4243539" cy="6276056"/>
          </a:xfrm>
          <a:prstGeom prst="rect">
            <a:avLst/>
          </a:prstGeom>
        </p:spPr>
      </p:pic>
      <p:pic>
        <p:nvPicPr>
          <p:cNvPr id="14" name="Picture 13" descr="A group of trees in a forest at night&#10;&#10;AI-generated content may be incorrect.">
            <a:extLst>
              <a:ext uri="{FF2B5EF4-FFF2-40B4-BE49-F238E27FC236}">
                <a16:creationId xmlns:a16="http://schemas.microsoft.com/office/drawing/2014/main" id="{7CDD172A-E5B1-C12F-8BC4-C87A851899F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67" y="0"/>
            <a:ext cx="2143125" cy="2143125"/>
          </a:xfrm>
          <a:prstGeom prst="rect">
            <a:avLst/>
          </a:prstGeom>
        </p:spPr>
      </p:pic>
      <p:pic>
        <p:nvPicPr>
          <p:cNvPr id="6" name="Picture 5" descr="A dark night in the woods&#10;&#10;AI-generated content may be incorrect.">
            <a:extLst>
              <a:ext uri="{FF2B5EF4-FFF2-40B4-BE49-F238E27FC236}">
                <a16:creationId xmlns:a16="http://schemas.microsoft.com/office/drawing/2014/main" id="{B112BAAE-AD76-9B44-2022-69C4BAD7100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516" y="2143125"/>
            <a:ext cx="5627026" cy="3163259"/>
          </a:xfrm>
          <a:prstGeom prst="rect">
            <a:avLst/>
          </a:prstGeom>
        </p:spPr>
      </p:pic>
      <p:pic>
        <p:nvPicPr>
          <p:cNvPr id="10" name="Picture 9" descr="Sun shining through the trees&#10;&#10;AI-generated content may be incorrect.">
            <a:extLst>
              <a:ext uri="{FF2B5EF4-FFF2-40B4-BE49-F238E27FC236}">
                <a16:creationId xmlns:a16="http://schemas.microsoft.com/office/drawing/2014/main" id="{239224CB-E193-E237-7B53-D20054F6148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482984" y="3598949"/>
            <a:ext cx="4888576" cy="3259051"/>
          </a:xfrm>
          <a:prstGeom prst="rect">
            <a:avLst/>
          </a:prstGeom>
        </p:spPr>
      </p:pic>
    </p:spTree>
    <p:extLst>
      <p:ext uri="{BB962C8B-B14F-4D97-AF65-F5344CB8AC3E}">
        <p14:creationId xmlns:p14="http://schemas.microsoft.com/office/powerpoint/2010/main" val="30547240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452</Words>
  <Application>Microsoft Office PowerPoint</Application>
  <PresentationFormat>Widescreen</PresentationFormat>
  <Paragraphs>21</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Aptos Display</vt:lpstr>
      <vt:lpstr>Arial</vt:lpstr>
      <vt:lpstr>Franklin Gothic Medium</vt:lpstr>
      <vt:lpstr>Office Theme</vt:lpstr>
      <vt:lpstr>Parallax</vt:lpstr>
      <vt:lpstr>Een gefrustreerde student zoekt ontsnapping en rust in een bos, maar vindt zichzelf alleen maar in een loop van onverklaarbare gebeurtenissen die hem forceren om zichzelf te confronteren, letterlijk.</vt:lpstr>
      <vt:lpstr>Recent ben ik gaan fotograferen in een bos wanneer ik mij gefrustreerd voel, als ik in dat bos rondloop moet ik altijd denken aan hoe cool een mysterieuze serie of film gelijk Twin Peaks daar zou zijn.</vt:lpstr>
      <vt:lpstr>De student De student is de protagonist in het verhaal, hij voelt zich verloren in zijn frustratie en gaat hierdoor naar een bos die hem op een fysieke en emotionele reis neemt.</vt:lpstr>
      <vt:lpstr>De “loop” versie van de student De student zit vast in het bos in een loop, in het bos ziet hij letterlijk de loopende versies van hem in het bos, dit forceert hem om zichzelf te confronteren, zijn acties te zien en hierdoor bevrijding te zoeken.</vt:lpstr>
      <vt:lpstr>Handschoenen Het personage onderzoekt waar de loop van het bos begint en eindigt, daarom gebruikt hij zijn handschoenen als markering van een plek die hij kan volgen, die handschoenen vindt hij keer op keer terug als hij verder in de loop stapt, maar zijn gedrag beinvloedt hoe de handschoenen geplaatst zijn door zichzelf, als hij boos is liggen ze er gesmeten, als hij kalm is zal er een vlagje van gemaakt zijn.</vt:lpstr>
      <vt:lpstr>Camera Het personage gaat fotograferen in het bos, maar hij gebruikt de camera al snel als middel om rond te kijken en ontdekt dat de foto’s die op de camera staan ook veranderen doorheen de loop. Dit forceert hem om de richting van de loop en zijn leven onder ogen te zien.</vt:lpstr>
      <vt:lpstr>Begin Het personage is verloren in zijn gedachten mentaal, maar zoekt een fysieke verlossing in het bos.</vt:lpstr>
      <vt:lpstr>Midden Hij komt vreemde, onverklaarbare dingen tegen, waaronder mysterieuze foto’s en video’s op de camera. En in de verte andere versies van zichzelf. Hij kan het niet begrijpen, maar het voelt steeds meer alsof het bos hem naar deze confrontatie met zichzelf duwt.</vt:lpstr>
      <vt:lpstr>Einde Het hoofdpersonage moet uiteindelijk kiezen of dat hij blijft zichzelf afleiden van zijn problemen, blijft staan en een dreigend einde van zichzelf durft te confronteren, of verder in de loop blijft te zitten.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Seth Van den Bossche</dc:creator>
  <cp:lastModifiedBy>Seth Van den Bossche</cp:lastModifiedBy>
  <cp:revision>15</cp:revision>
  <dcterms:created xsi:type="dcterms:W3CDTF">2025-02-11T12:15:28Z</dcterms:created>
  <dcterms:modified xsi:type="dcterms:W3CDTF">2025-02-13T16:20:02Z</dcterms:modified>
</cp:coreProperties>
</file>