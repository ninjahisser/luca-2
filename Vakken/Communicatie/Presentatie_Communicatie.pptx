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9" r:id="rId2"/>
    <p:sldId id="270" r:id="rId3"/>
    <p:sldId id="271" r:id="rId4"/>
    <p:sldId id="272" r:id="rId5"/>
    <p:sldId id="274" r:id="rId6"/>
    <p:sldId id="256" r:id="rId7"/>
    <p:sldId id="257" r:id="rId8"/>
    <p:sldId id="259" r:id="rId9"/>
    <p:sldId id="260" r:id="rId10"/>
    <p:sldId id="262" r:id="rId11"/>
    <p:sldId id="263" r:id="rId12"/>
    <p:sldId id="264" r:id="rId13"/>
    <p:sldId id="268" r:id="rId14"/>
    <p:sldId id="277" r:id="rId15"/>
    <p:sldId id="276" r:id="rId16"/>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123" autoAdjust="0"/>
  </p:normalViewPr>
  <p:slideViewPr>
    <p:cSldViewPr snapToGrid="0">
      <p:cViewPr varScale="1">
        <p:scale>
          <a:sx n="81" d="100"/>
          <a:sy n="81" d="100"/>
        </p:scale>
        <p:origin x="17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22D2CE-9C86-4DF2-96D8-D08E08733749}" type="datetimeFigureOut">
              <a:rPr lang="nl-BE" smtClean="0"/>
              <a:t>29/04/2025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8B348E-A5D8-487B-BA1D-0E3A1CF8DEA8}" type="slidenum">
              <a:rPr lang="nl-BE" smtClean="0"/>
              <a:t>‹#›</a:t>
            </a:fld>
            <a:endParaRPr lang="nl-BE"/>
          </a:p>
        </p:txBody>
      </p:sp>
    </p:spTree>
    <p:extLst>
      <p:ext uri="{BB962C8B-B14F-4D97-AF65-F5344CB8AC3E}">
        <p14:creationId xmlns:p14="http://schemas.microsoft.com/office/powerpoint/2010/main" val="66905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8259-5975-D8CD-26F6-869C8FFB7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7609C-7E91-76E4-B5E1-19D75E167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B8BF9-6D40-33EF-E0EF-D023137ED532}"/>
              </a:ext>
            </a:extLst>
          </p:cNvPr>
          <p:cNvSpPr>
            <a:spLocks noGrp="1"/>
          </p:cNvSpPr>
          <p:nvPr>
            <p:ph type="body" idx="1"/>
          </p:nvPr>
        </p:nvSpPr>
        <p:spPr/>
        <p:txBody>
          <a:bodyPr/>
          <a:lstStyle/>
          <a:p>
            <a:r>
              <a:rPr lang="nl-BE" dirty="0"/>
              <a:t>Hallo!</a:t>
            </a:r>
          </a:p>
          <a:p>
            <a:endParaRPr lang="nl-BE" dirty="0"/>
          </a:p>
          <a:p>
            <a:r>
              <a:rPr lang="nl-BE" dirty="0"/>
              <a:t>Ik ga jullie vandaag laten ervaren hoe kunst tentoongesteld zal worden in de toekomst!</a:t>
            </a:r>
          </a:p>
          <a:p>
            <a:endParaRPr lang="nl-BE" dirty="0"/>
          </a:p>
          <a:p>
            <a:r>
              <a:rPr lang="nl-BE" dirty="0"/>
              <a:t>Dit zijn kunstwerken van mijn favoriete kunstenaar Simon Stalenhag.</a:t>
            </a:r>
          </a:p>
          <a:p>
            <a:r>
              <a:rPr lang="nl-BE" dirty="0"/>
              <a:t>Het zijn retro-futuristische kuntswerken</a:t>
            </a:r>
          </a:p>
        </p:txBody>
      </p:sp>
      <p:sp>
        <p:nvSpPr>
          <p:cNvPr id="4" name="Slide Number Placeholder 3">
            <a:extLst>
              <a:ext uri="{FF2B5EF4-FFF2-40B4-BE49-F238E27FC236}">
                <a16:creationId xmlns:a16="http://schemas.microsoft.com/office/drawing/2014/main" id="{16A5B372-B3BD-B5CE-F600-8E4A1DA2E952}"/>
              </a:ext>
            </a:extLst>
          </p:cNvPr>
          <p:cNvSpPr>
            <a:spLocks noGrp="1"/>
          </p:cNvSpPr>
          <p:nvPr>
            <p:ph type="sldNum" sz="quarter" idx="5"/>
          </p:nvPr>
        </p:nvSpPr>
        <p:spPr/>
        <p:txBody>
          <a:bodyPr/>
          <a:lstStyle/>
          <a:p>
            <a:fld id="{738B348E-A5D8-487B-BA1D-0E3A1CF8DEA8}" type="slidenum">
              <a:rPr lang="nl-BE" smtClean="0"/>
              <a:t>1</a:t>
            </a:fld>
            <a:endParaRPr lang="nl-BE"/>
          </a:p>
        </p:txBody>
      </p:sp>
    </p:spTree>
    <p:extLst>
      <p:ext uri="{BB962C8B-B14F-4D97-AF65-F5344CB8AC3E}">
        <p14:creationId xmlns:p14="http://schemas.microsoft.com/office/powerpoint/2010/main" val="303303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8464-9385-F6EB-3554-1057A8B40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36918-64F6-7A6D-BB5B-4AE5CB75B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96475-A122-17BB-8A17-849576127244}"/>
              </a:ext>
            </a:extLst>
          </p:cNvPr>
          <p:cNvSpPr>
            <a:spLocks noGrp="1"/>
          </p:cNvSpPr>
          <p:nvPr>
            <p:ph type="body" idx="1"/>
          </p:nvPr>
        </p:nvSpPr>
        <p:spPr/>
        <p:txBody>
          <a:bodyPr/>
          <a:lstStyle/>
          <a:p>
            <a:r>
              <a:rPr lang="nl-BE" dirty="0"/>
              <a:t>Ik hou van zijn kunstwerken want ze tonen een zeer immersieve wereld die hij gemaakt heeft.</a:t>
            </a:r>
          </a:p>
        </p:txBody>
      </p:sp>
      <p:sp>
        <p:nvSpPr>
          <p:cNvPr id="4" name="Slide Number Placeholder 3">
            <a:extLst>
              <a:ext uri="{FF2B5EF4-FFF2-40B4-BE49-F238E27FC236}">
                <a16:creationId xmlns:a16="http://schemas.microsoft.com/office/drawing/2014/main" id="{E377276C-1516-B8DA-796B-B69B1D184876}"/>
              </a:ext>
            </a:extLst>
          </p:cNvPr>
          <p:cNvSpPr>
            <a:spLocks noGrp="1"/>
          </p:cNvSpPr>
          <p:nvPr>
            <p:ph type="sldNum" sz="quarter" idx="5"/>
          </p:nvPr>
        </p:nvSpPr>
        <p:spPr/>
        <p:txBody>
          <a:bodyPr/>
          <a:lstStyle/>
          <a:p>
            <a:fld id="{738B348E-A5D8-487B-BA1D-0E3A1CF8DEA8}" type="slidenum">
              <a:rPr lang="nl-BE" smtClean="0"/>
              <a:t>2</a:t>
            </a:fld>
            <a:endParaRPr lang="nl-BE"/>
          </a:p>
        </p:txBody>
      </p:sp>
    </p:spTree>
    <p:extLst>
      <p:ext uri="{BB962C8B-B14F-4D97-AF65-F5344CB8AC3E}">
        <p14:creationId xmlns:p14="http://schemas.microsoft.com/office/powerpoint/2010/main" val="1149877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BEA42-C757-C07F-FBAE-2DEE823C7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3D544-292A-ED89-52FA-81E9EFEE5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89B06-C6BD-2B21-7ECA-EB1720BD6B86}"/>
              </a:ext>
            </a:extLst>
          </p:cNvPr>
          <p:cNvSpPr>
            <a:spLocks noGrp="1"/>
          </p:cNvSpPr>
          <p:nvPr>
            <p:ph type="body" idx="1"/>
          </p:nvPr>
        </p:nvSpPr>
        <p:spPr/>
        <p:txBody>
          <a:bodyPr/>
          <a:lstStyle/>
          <a:p>
            <a:r>
              <a:rPr lang="nl-BE" dirty="0"/>
              <a:t>Ik wil gewoon direct in de wereld stappen in de werelden die hij digitaal schildert.</a:t>
            </a:r>
          </a:p>
        </p:txBody>
      </p:sp>
      <p:sp>
        <p:nvSpPr>
          <p:cNvPr id="4" name="Slide Number Placeholder 3">
            <a:extLst>
              <a:ext uri="{FF2B5EF4-FFF2-40B4-BE49-F238E27FC236}">
                <a16:creationId xmlns:a16="http://schemas.microsoft.com/office/drawing/2014/main" id="{37E7BE86-8A19-CF49-6053-0B074947DC9B}"/>
              </a:ext>
            </a:extLst>
          </p:cNvPr>
          <p:cNvSpPr>
            <a:spLocks noGrp="1"/>
          </p:cNvSpPr>
          <p:nvPr>
            <p:ph type="sldNum" sz="quarter" idx="5"/>
          </p:nvPr>
        </p:nvSpPr>
        <p:spPr/>
        <p:txBody>
          <a:bodyPr/>
          <a:lstStyle/>
          <a:p>
            <a:fld id="{738B348E-A5D8-487B-BA1D-0E3A1CF8DEA8}" type="slidenum">
              <a:rPr lang="nl-BE" smtClean="0"/>
              <a:t>3</a:t>
            </a:fld>
            <a:endParaRPr lang="nl-BE"/>
          </a:p>
        </p:txBody>
      </p:sp>
    </p:spTree>
    <p:extLst>
      <p:ext uri="{BB962C8B-B14F-4D97-AF65-F5344CB8AC3E}">
        <p14:creationId xmlns:p14="http://schemas.microsoft.com/office/powerpoint/2010/main" val="2150633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6F38-8339-4E06-89D7-F6B723B25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8C053-D288-6AD6-CDAD-36A46FAA4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887AE-1545-B38C-CC86-C889AE74E439}"/>
              </a:ext>
            </a:extLst>
          </p:cNvPr>
          <p:cNvSpPr>
            <a:spLocks noGrp="1"/>
          </p:cNvSpPr>
          <p:nvPr>
            <p:ph type="body" idx="1"/>
          </p:nvPr>
        </p:nvSpPr>
        <p:spPr/>
        <p:txBody>
          <a:bodyPr/>
          <a:lstStyle/>
          <a:p>
            <a:r>
              <a:rPr lang="nl-BE" dirty="0"/>
              <a:t>Dus gelukkig zijn werken zijn al eens tentoongesteld</a:t>
            </a:r>
          </a:p>
        </p:txBody>
      </p:sp>
      <p:sp>
        <p:nvSpPr>
          <p:cNvPr id="4" name="Slide Number Placeholder 3">
            <a:extLst>
              <a:ext uri="{FF2B5EF4-FFF2-40B4-BE49-F238E27FC236}">
                <a16:creationId xmlns:a16="http://schemas.microsoft.com/office/drawing/2014/main" id="{F0618889-EB05-7E48-B2EF-3C22FD9C0723}"/>
              </a:ext>
            </a:extLst>
          </p:cNvPr>
          <p:cNvSpPr>
            <a:spLocks noGrp="1"/>
          </p:cNvSpPr>
          <p:nvPr>
            <p:ph type="sldNum" sz="quarter" idx="5"/>
          </p:nvPr>
        </p:nvSpPr>
        <p:spPr/>
        <p:txBody>
          <a:bodyPr/>
          <a:lstStyle/>
          <a:p>
            <a:fld id="{738B348E-A5D8-487B-BA1D-0E3A1CF8DEA8}" type="slidenum">
              <a:rPr lang="nl-BE" smtClean="0"/>
              <a:t>4</a:t>
            </a:fld>
            <a:endParaRPr lang="nl-BE"/>
          </a:p>
        </p:txBody>
      </p:sp>
    </p:spTree>
    <p:extLst>
      <p:ext uri="{BB962C8B-B14F-4D97-AF65-F5344CB8AC3E}">
        <p14:creationId xmlns:p14="http://schemas.microsoft.com/office/powerpoint/2010/main" val="903729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13B4-A32A-32E5-A44E-E96521B48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F23CF-3B54-7B8A-6BAF-F497BAC76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BC10B-6958-E2F0-9885-69D7D4FCB873}"/>
              </a:ext>
            </a:extLst>
          </p:cNvPr>
          <p:cNvSpPr>
            <a:spLocks noGrp="1"/>
          </p:cNvSpPr>
          <p:nvPr>
            <p:ph type="body" idx="1"/>
          </p:nvPr>
        </p:nvSpPr>
        <p:spPr/>
        <p:txBody>
          <a:bodyPr/>
          <a:lstStyle/>
          <a:p>
            <a:r>
              <a:rPr lang="nl-BE" dirty="0"/>
              <a:t>Maar toen ik keek naar hoe zijn werken daarvoor getoond werden was ik zeer teleurgesteld om te ontdekken dat zijn werken getoond werden op kleine panelen, waar geen enkel werk volledig wordt getoond, of zelf genoeg aandacht kan krijgen.</a:t>
            </a:r>
          </a:p>
          <a:p>
            <a:endParaRPr lang="nl-BE" dirty="0"/>
          </a:p>
          <a:p>
            <a:r>
              <a:rPr lang="nl-BE" dirty="0"/>
              <a:t>Al snel zocht ik naar een manier om zijn werk juist wel naar boven te trekken, en meer te tonen in de plaats van minder.</a:t>
            </a:r>
          </a:p>
          <a:p>
            <a:endParaRPr lang="nl-BE" dirty="0"/>
          </a:p>
        </p:txBody>
      </p:sp>
      <p:sp>
        <p:nvSpPr>
          <p:cNvPr id="4" name="Slide Number Placeholder 3">
            <a:extLst>
              <a:ext uri="{FF2B5EF4-FFF2-40B4-BE49-F238E27FC236}">
                <a16:creationId xmlns:a16="http://schemas.microsoft.com/office/drawing/2014/main" id="{D63826D5-2A86-201B-2057-B08CDB79277A}"/>
              </a:ext>
            </a:extLst>
          </p:cNvPr>
          <p:cNvSpPr>
            <a:spLocks noGrp="1"/>
          </p:cNvSpPr>
          <p:nvPr>
            <p:ph type="sldNum" sz="quarter" idx="5"/>
          </p:nvPr>
        </p:nvSpPr>
        <p:spPr/>
        <p:txBody>
          <a:bodyPr/>
          <a:lstStyle/>
          <a:p>
            <a:fld id="{738B348E-A5D8-487B-BA1D-0E3A1CF8DEA8}" type="slidenum">
              <a:rPr lang="nl-BE" smtClean="0"/>
              <a:t>5</a:t>
            </a:fld>
            <a:endParaRPr lang="nl-BE"/>
          </a:p>
        </p:txBody>
      </p:sp>
    </p:spTree>
    <p:extLst>
      <p:ext uri="{BB962C8B-B14F-4D97-AF65-F5344CB8AC3E}">
        <p14:creationId xmlns:p14="http://schemas.microsoft.com/office/powerpoint/2010/main" val="2357716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Daarom heb ik een interactieve tentoonstelling gemaakt.</a:t>
            </a:r>
          </a:p>
          <a:p>
            <a:r>
              <a:rPr lang="nl-BE" dirty="0"/>
              <a:t>Ik zal jullie voorstellen aan “the hyper foundation”.</a:t>
            </a:r>
          </a:p>
          <a:p>
            <a:endParaRPr lang="nl-BE" dirty="0"/>
          </a:p>
          <a:p>
            <a:r>
              <a:rPr lang="nl-BE" dirty="0"/>
              <a:t>Hiervoor wou ik interactiviteit en statische science fiction kunstwerken met elkaar combineren.</a:t>
            </a:r>
          </a:p>
        </p:txBody>
      </p:sp>
      <p:sp>
        <p:nvSpPr>
          <p:cNvPr id="4" name="Slide Number Placeholder 3"/>
          <p:cNvSpPr>
            <a:spLocks noGrp="1"/>
          </p:cNvSpPr>
          <p:nvPr>
            <p:ph type="sldNum" sz="quarter" idx="5"/>
          </p:nvPr>
        </p:nvSpPr>
        <p:spPr/>
        <p:txBody>
          <a:bodyPr/>
          <a:lstStyle/>
          <a:p>
            <a:fld id="{738B348E-A5D8-487B-BA1D-0E3A1CF8DEA8}" type="slidenum">
              <a:rPr lang="nl-BE" smtClean="0"/>
              <a:t>6</a:t>
            </a:fld>
            <a:endParaRPr lang="nl-BE"/>
          </a:p>
        </p:txBody>
      </p:sp>
    </p:spTree>
    <p:extLst>
      <p:ext uri="{BB962C8B-B14F-4D97-AF65-F5344CB8AC3E}">
        <p14:creationId xmlns:p14="http://schemas.microsoft.com/office/powerpoint/2010/main" val="147783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deze opdracht zullen jullie een samenwerking zien tussen de kunstenaar Simon Stalenhag en ik, een studio digitaal student.</a:t>
            </a:r>
          </a:p>
        </p:txBody>
      </p:sp>
      <p:sp>
        <p:nvSpPr>
          <p:cNvPr id="4" name="Slide Number Placeholder 3"/>
          <p:cNvSpPr>
            <a:spLocks noGrp="1"/>
          </p:cNvSpPr>
          <p:nvPr>
            <p:ph type="sldNum" sz="quarter" idx="5"/>
          </p:nvPr>
        </p:nvSpPr>
        <p:spPr/>
        <p:txBody>
          <a:bodyPr/>
          <a:lstStyle/>
          <a:p>
            <a:fld id="{738B348E-A5D8-487B-BA1D-0E3A1CF8DEA8}" type="slidenum">
              <a:rPr lang="nl-BE" smtClean="0"/>
              <a:t>7</a:t>
            </a:fld>
            <a:endParaRPr lang="nl-BE"/>
          </a:p>
        </p:txBody>
      </p:sp>
    </p:spTree>
    <p:extLst>
      <p:ext uri="{BB962C8B-B14F-4D97-AF65-F5344CB8AC3E}">
        <p14:creationId xmlns:p14="http://schemas.microsoft.com/office/powerpoint/2010/main" val="3740601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E1B3-C22B-7A03-646A-B28321D3C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83E50-B5A1-E585-92C0-0B225436A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74734-BFFE-73FA-4589-895DA14072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Al snel wist ik dat ik iets wou doen met zijn retro-futuristische werken, en ik zag enorm veel potentieel en manieren om dit tentoon te stellen op een digitale manier.</a:t>
            </a:r>
          </a:p>
          <a:p>
            <a:r>
              <a:rPr lang="nl-BE" dirty="0"/>
              <a:t>Dus heb ik gekozen voor zijn nieuwste serie werken genaamd “Swedish Machines”</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Swedish machines toont weer een retro-futuristische wereld, wat mijn favoriete werken zijn van de kunstenaar, en het was juist nieuw op het moment van de opdracht, en had dus nog geen gekende verhaallijn. </a:t>
            </a:r>
          </a:p>
          <a:p>
            <a:r>
              <a:rPr lang="nl-BE" dirty="0"/>
              <a:t>Het leek mij dus een geweldige kans om samen met de kunstenaar met de verhaallijn te spelen, en het deze keer te laten invullen door de gebruikers van de digitale exhibitie.</a:t>
            </a:r>
          </a:p>
        </p:txBody>
      </p:sp>
      <p:sp>
        <p:nvSpPr>
          <p:cNvPr id="4" name="Slide Number Placeholder 3">
            <a:extLst>
              <a:ext uri="{FF2B5EF4-FFF2-40B4-BE49-F238E27FC236}">
                <a16:creationId xmlns:a16="http://schemas.microsoft.com/office/drawing/2014/main" id="{D7A9D35A-DEAA-E552-1730-B4717D961758}"/>
              </a:ext>
            </a:extLst>
          </p:cNvPr>
          <p:cNvSpPr>
            <a:spLocks noGrp="1"/>
          </p:cNvSpPr>
          <p:nvPr>
            <p:ph type="sldNum" sz="quarter" idx="5"/>
          </p:nvPr>
        </p:nvSpPr>
        <p:spPr/>
        <p:txBody>
          <a:bodyPr/>
          <a:lstStyle/>
          <a:p>
            <a:fld id="{738B348E-A5D8-487B-BA1D-0E3A1CF8DEA8}" type="slidenum">
              <a:rPr lang="nl-BE" smtClean="0"/>
              <a:t>8</a:t>
            </a:fld>
            <a:endParaRPr lang="nl-BE"/>
          </a:p>
        </p:txBody>
      </p:sp>
    </p:spTree>
    <p:extLst>
      <p:ext uri="{BB962C8B-B14F-4D97-AF65-F5344CB8AC3E}">
        <p14:creationId xmlns:p14="http://schemas.microsoft.com/office/powerpoint/2010/main" val="4163054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Ik zocht een manier om meer in zijn werk te stappen en die wereld te ontdekken, alsof je een personage bent in zijn kunstwerken, en die immersieve wereld volledig opentrekt.</a:t>
            </a:r>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unieke kans om zijn werk met al de mysterie nog meer te ontdekken.</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verhaal wordt dus samen met Simon Stalenhag gemaakt, waarbij zijn kunst vertaald wordt naar een immersive experience.</a:t>
            </a:r>
          </a:p>
          <a:p>
            <a:endParaRPr lang="nl-BE" dirty="0"/>
          </a:p>
        </p:txBody>
      </p:sp>
      <p:sp>
        <p:nvSpPr>
          <p:cNvPr id="4" name="Slide Number Placeholder 3"/>
          <p:cNvSpPr>
            <a:spLocks noGrp="1"/>
          </p:cNvSpPr>
          <p:nvPr>
            <p:ph type="sldNum" sz="quarter" idx="5"/>
          </p:nvPr>
        </p:nvSpPr>
        <p:spPr/>
        <p:txBody>
          <a:bodyPr/>
          <a:lstStyle/>
          <a:p>
            <a:fld id="{738B348E-A5D8-487B-BA1D-0E3A1CF8DEA8}" type="slidenum">
              <a:rPr lang="nl-BE" smtClean="0"/>
              <a:t>9</a:t>
            </a:fld>
            <a:endParaRPr lang="nl-BE"/>
          </a:p>
        </p:txBody>
      </p:sp>
    </p:spTree>
    <p:extLst>
      <p:ext uri="{BB962C8B-B14F-4D97-AF65-F5344CB8AC3E}">
        <p14:creationId xmlns:p14="http://schemas.microsoft.com/office/powerpoint/2010/main" val="1800457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3F13-70B8-E0A5-5035-984049F5E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B9164-5CD6-3A04-BA3C-4A6EC2A28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1FA62-E776-32BA-560E-736C47F2D8FE}"/>
              </a:ext>
            </a:extLst>
          </p:cNvPr>
          <p:cNvSpPr>
            <a:spLocks noGrp="1"/>
          </p:cNvSpPr>
          <p:nvPr>
            <p:ph type="body" idx="1"/>
          </p:nvPr>
        </p:nvSpPr>
        <p:spPr/>
        <p:txBody>
          <a:bodyPr/>
          <a:lstStyle/>
          <a:p>
            <a:r>
              <a:rPr lang="nl-BE" dirty="0"/>
              <a:t>Niet alleen wou ik zijn werk immersive maken, maar ook interactief, de gebruiker laten ontdekken door echt te ontdekken.</a:t>
            </a:r>
          </a:p>
        </p:txBody>
      </p:sp>
      <p:sp>
        <p:nvSpPr>
          <p:cNvPr id="4" name="Slide Number Placeholder 3">
            <a:extLst>
              <a:ext uri="{FF2B5EF4-FFF2-40B4-BE49-F238E27FC236}">
                <a16:creationId xmlns:a16="http://schemas.microsoft.com/office/drawing/2014/main" id="{20B7E985-F943-D6B4-4D2E-613260CDED41}"/>
              </a:ext>
            </a:extLst>
          </p:cNvPr>
          <p:cNvSpPr>
            <a:spLocks noGrp="1"/>
          </p:cNvSpPr>
          <p:nvPr>
            <p:ph type="sldNum" sz="quarter" idx="5"/>
          </p:nvPr>
        </p:nvSpPr>
        <p:spPr/>
        <p:txBody>
          <a:bodyPr/>
          <a:lstStyle/>
          <a:p>
            <a:fld id="{738B348E-A5D8-487B-BA1D-0E3A1CF8DEA8}" type="slidenum">
              <a:rPr lang="nl-BE" smtClean="0"/>
              <a:t>10</a:t>
            </a:fld>
            <a:endParaRPr lang="nl-BE"/>
          </a:p>
        </p:txBody>
      </p:sp>
    </p:spTree>
    <p:extLst>
      <p:ext uri="{BB962C8B-B14F-4D97-AF65-F5344CB8AC3E}">
        <p14:creationId xmlns:p14="http://schemas.microsoft.com/office/powerpoint/2010/main" val="1924600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CF9E3-73DE-4AFD-F2A6-E9D93D649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4FCB5-49CC-F764-05A5-CCD33F463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BEECD-872F-4EF5-23DD-940CD371758A}"/>
              </a:ext>
            </a:extLst>
          </p:cNvPr>
          <p:cNvSpPr>
            <a:spLocks noGrp="1"/>
          </p:cNvSpPr>
          <p:nvPr>
            <p:ph type="body" idx="1"/>
          </p:nvPr>
        </p:nvSpPr>
        <p:spPr/>
        <p:txBody>
          <a:bodyPr/>
          <a:lstStyle/>
          <a:p>
            <a:r>
              <a:rPr lang="nl-BE" dirty="0"/>
              <a:t>Daarom wou ik de “bezoekers” van de tentoonstelling in een fictieve wereld laten stappen.</a:t>
            </a:r>
          </a:p>
          <a:p>
            <a:endParaRPr lang="nl-BE" dirty="0"/>
          </a:p>
          <a:p>
            <a:r>
              <a:rPr lang="nl-BE" dirty="0"/>
              <a:t>Dus koos ik voor een moderne interpretatie van een text-adventure game te maken.</a:t>
            </a:r>
          </a:p>
          <a:p>
            <a:r>
              <a:rPr lang="nl-BE" dirty="0"/>
              <a:t>Dit is een perfecte combinatie van het retro en het futuristische, en het immersieve.</a:t>
            </a:r>
          </a:p>
        </p:txBody>
      </p:sp>
      <p:sp>
        <p:nvSpPr>
          <p:cNvPr id="4" name="Slide Number Placeholder 3">
            <a:extLst>
              <a:ext uri="{FF2B5EF4-FFF2-40B4-BE49-F238E27FC236}">
                <a16:creationId xmlns:a16="http://schemas.microsoft.com/office/drawing/2014/main" id="{30E9F3B2-AE09-6EA3-B16F-FCDB767833D4}"/>
              </a:ext>
            </a:extLst>
          </p:cNvPr>
          <p:cNvSpPr>
            <a:spLocks noGrp="1"/>
          </p:cNvSpPr>
          <p:nvPr>
            <p:ph type="sldNum" sz="quarter" idx="5"/>
          </p:nvPr>
        </p:nvSpPr>
        <p:spPr/>
        <p:txBody>
          <a:bodyPr/>
          <a:lstStyle/>
          <a:p>
            <a:fld id="{738B348E-A5D8-487B-BA1D-0E3A1CF8DEA8}" type="slidenum">
              <a:rPr lang="nl-BE" smtClean="0"/>
              <a:t>11</a:t>
            </a:fld>
            <a:endParaRPr lang="nl-BE"/>
          </a:p>
        </p:txBody>
      </p:sp>
    </p:spTree>
    <p:extLst>
      <p:ext uri="{BB962C8B-B14F-4D97-AF65-F5344CB8AC3E}">
        <p14:creationId xmlns:p14="http://schemas.microsoft.com/office/powerpoint/2010/main" val="2932402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6FAB-176B-4F04-D11A-EB76BE3A9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4B99E-5473-B597-30AB-B2F8FEBC5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51711-AEF2-1C02-31B9-BE3FDEB42B3A}"/>
              </a:ext>
            </a:extLst>
          </p:cNvPr>
          <p:cNvSpPr>
            <a:spLocks noGrp="1"/>
          </p:cNvSpPr>
          <p:nvPr>
            <p:ph type="body" idx="1"/>
          </p:nvPr>
        </p:nvSpPr>
        <p:spPr/>
        <p:txBody>
          <a:bodyPr/>
          <a:lstStyle/>
          <a:p>
            <a:r>
              <a:rPr lang="nl-BE" dirty="0"/>
              <a:t>Ik zal nu mijn werk tonen.</a:t>
            </a:r>
          </a:p>
          <a:p>
            <a:pPr marL="228600" indent="-228600">
              <a:buAutoNum type="arabicParenR"/>
            </a:pPr>
            <a:r>
              <a:rPr lang="nl-BE" dirty="0"/>
              <a:t>Audio, om het immersieve naar boven te halen door de wereld meer dan alleen visueel tot leven te laten komen.</a:t>
            </a:r>
          </a:p>
          <a:p>
            <a:pPr marL="228600" indent="-228600">
              <a:buAutoNum type="arabicParenR"/>
            </a:pPr>
            <a:r>
              <a:rPr lang="nl-BE" dirty="0"/>
              <a:t>Parallax tonen, om je echt in de wereld te zetten.</a:t>
            </a:r>
          </a:p>
          <a:p>
            <a:pPr marL="228600" indent="-228600">
              <a:buAutoNum type="arabicParenR" startAt="3"/>
            </a:pPr>
            <a:r>
              <a:rPr lang="nl-BE" dirty="0"/>
              <a:t>Interactie tonen zoals de auto en het weer, om het ontdekken te tonen, en een unieke manier om op je eigen manier meer te leren over de mysterieuze wereld.</a:t>
            </a:r>
          </a:p>
          <a:p>
            <a:pPr marL="228600" indent="-228600">
              <a:buAutoNum type="arabicParenR" startAt="3"/>
            </a:pPr>
            <a:r>
              <a:rPr lang="nl-BE" dirty="0"/>
              <a:t>Dialoog keuzes tonen, om te tonen hoe dat je door zijn werken beweegt, en je eigen verhaal bouwt door je keuzes.</a:t>
            </a:r>
          </a:p>
          <a:p>
            <a:pPr marL="228600" indent="-228600">
              <a:buAutoNum type="arabicParenR" startAt="3"/>
            </a:pPr>
            <a:endParaRPr lang="nl-BE" dirty="0"/>
          </a:p>
        </p:txBody>
      </p:sp>
      <p:sp>
        <p:nvSpPr>
          <p:cNvPr id="4" name="Slide Number Placeholder 3">
            <a:extLst>
              <a:ext uri="{FF2B5EF4-FFF2-40B4-BE49-F238E27FC236}">
                <a16:creationId xmlns:a16="http://schemas.microsoft.com/office/drawing/2014/main" id="{40497E3A-BCC7-475E-3CF2-EE66CA1635E0}"/>
              </a:ext>
            </a:extLst>
          </p:cNvPr>
          <p:cNvSpPr>
            <a:spLocks noGrp="1"/>
          </p:cNvSpPr>
          <p:nvPr>
            <p:ph type="sldNum" sz="quarter" idx="5"/>
          </p:nvPr>
        </p:nvSpPr>
        <p:spPr/>
        <p:txBody>
          <a:bodyPr/>
          <a:lstStyle/>
          <a:p>
            <a:fld id="{738B348E-A5D8-487B-BA1D-0E3A1CF8DEA8}" type="slidenum">
              <a:rPr lang="nl-BE" smtClean="0"/>
              <a:t>12</a:t>
            </a:fld>
            <a:endParaRPr lang="nl-BE"/>
          </a:p>
        </p:txBody>
      </p:sp>
    </p:spTree>
    <p:extLst>
      <p:ext uri="{BB962C8B-B14F-4D97-AF65-F5344CB8AC3E}">
        <p14:creationId xmlns:p14="http://schemas.microsoft.com/office/powerpoint/2010/main" val="2210241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0CF5E-D9B8-4672-E477-E60262385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972A8-9191-6430-BB3D-B51E69A0F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73D70-F333-17B9-1356-46236D493FBC}"/>
              </a:ext>
            </a:extLst>
          </p:cNvPr>
          <p:cNvSpPr>
            <a:spLocks noGrp="1"/>
          </p:cNvSpPr>
          <p:nvPr>
            <p:ph type="body" idx="1"/>
          </p:nvPr>
        </p:nvSpPr>
        <p:spPr/>
        <p:txBody>
          <a:bodyPr/>
          <a:lstStyle/>
          <a:p>
            <a:r>
              <a:rPr lang="nl-BE" dirty="0"/>
              <a:t>De verhaallijn splits meerdere keren op, om alles te ontdekken moet je dus verschillende keuzes maken anders krijg je niet alle werken te zien.</a:t>
            </a:r>
          </a:p>
          <a:p>
            <a:r>
              <a:rPr lang="nl-BE" dirty="0"/>
              <a:t>De niet-lineaire verhaallijn is opgebouwd samen met Simon Stalenhag, de kunstenaar.</a:t>
            </a:r>
          </a:p>
        </p:txBody>
      </p:sp>
      <p:sp>
        <p:nvSpPr>
          <p:cNvPr id="4" name="Slide Number Placeholder 3">
            <a:extLst>
              <a:ext uri="{FF2B5EF4-FFF2-40B4-BE49-F238E27FC236}">
                <a16:creationId xmlns:a16="http://schemas.microsoft.com/office/drawing/2014/main" id="{5302E645-5DC1-1A1F-121B-BF360D271072}"/>
              </a:ext>
            </a:extLst>
          </p:cNvPr>
          <p:cNvSpPr>
            <a:spLocks noGrp="1"/>
          </p:cNvSpPr>
          <p:nvPr>
            <p:ph type="sldNum" sz="quarter" idx="5"/>
          </p:nvPr>
        </p:nvSpPr>
        <p:spPr/>
        <p:txBody>
          <a:bodyPr/>
          <a:lstStyle/>
          <a:p>
            <a:fld id="{738B348E-A5D8-487B-BA1D-0E3A1CF8DEA8}" type="slidenum">
              <a:rPr lang="nl-BE" smtClean="0"/>
              <a:t>13</a:t>
            </a:fld>
            <a:endParaRPr lang="nl-BE"/>
          </a:p>
        </p:txBody>
      </p:sp>
    </p:spTree>
    <p:extLst>
      <p:ext uri="{BB962C8B-B14F-4D97-AF65-F5344CB8AC3E}">
        <p14:creationId xmlns:p14="http://schemas.microsoft.com/office/powerpoint/2010/main" val="1559804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0E88-02DA-4282-C179-8505275CB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917CC-107E-7A42-D33A-9BBA429D9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A3D0F-C76D-4C1A-E4B4-4EF86478DB80}"/>
              </a:ext>
            </a:extLst>
          </p:cNvPr>
          <p:cNvSpPr>
            <a:spLocks noGrp="1"/>
          </p:cNvSpPr>
          <p:nvPr>
            <p:ph type="body" idx="1"/>
          </p:nvPr>
        </p:nvSpPr>
        <p:spPr/>
        <p:txBody>
          <a:bodyPr/>
          <a:lstStyle/>
          <a:p>
            <a:r>
              <a:rPr lang="nl-BE" dirty="0"/>
              <a:t>De ervaring staat dus online, je kan de ervaring zelf ontdekken door deze QR code te scannen, en zo al zijn kunst ontdekken op een persoonlijke manier.</a:t>
            </a:r>
          </a:p>
        </p:txBody>
      </p:sp>
      <p:sp>
        <p:nvSpPr>
          <p:cNvPr id="4" name="Slide Number Placeholder 3">
            <a:extLst>
              <a:ext uri="{FF2B5EF4-FFF2-40B4-BE49-F238E27FC236}">
                <a16:creationId xmlns:a16="http://schemas.microsoft.com/office/drawing/2014/main" id="{79909EEA-9884-E24E-BC6B-2B30A333C89E}"/>
              </a:ext>
            </a:extLst>
          </p:cNvPr>
          <p:cNvSpPr>
            <a:spLocks noGrp="1"/>
          </p:cNvSpPr>
          <p:nvPr>
            <p:ph type="sldNum" sz="quarter" idx="5"/>
          </p:nvPr>
        </p:nvSpPr>
        <p:spPr/>
        <p:txBody>
          <a:bodyPr/>
          <a:lstStyle/>
          <a:p>
            <a:fld id="{738B348E-A5D8-487B-BA1D-0E3A1CF8DEA8}" type="slidenum">
              <a:rPr lang="nl-BE" smtClean="0"/>
              <a:t>14</a:t>
            </a:fld>
            <a:endParaRPr lang="nl-BE"/>
          </a:p>
        </p:txBody>
      </p:sp>
    </p:spTree>
    <p:extLst>
      <p:ext uri="{BB962C8B-B14F-4D97-AF65-F5344CB8AC3E}">
        <p14:creationId xmlns:p14="http://schemas.microsoft.com/office/powerpoint/2010/main" val="3576862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76BBC-EEE1-A1FA-DF40-D1AFE6FC3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36C98-48BF-403B-4432-8346C7EA9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8337B-AB5E-808E-95E4-C20D79F1F8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Ik ben blij dat ik heb kunnen tonen dat kunst op een persoonlijke manier tentoongesteld worden door digitale technologie.</a:t>
            </a:r>
          </a:p>
          <a:p>
            <a:endParaRPr lang="nl-BE" dirty="0"/>
          </a:p>
          <a:p>
            <a:r>
              <a:rPr lang="nl-BE" dirty="0"/>
              <a:t>Bedankt! Ik hoop dat jullie ervan hebben genoten!</a:t>
            </a:r>
          </a:p>
        </p:txBody>
      </p:sp>
      <p:sp>
        <p:nvSpPr>
          <p:cNvPr id="4" name="Slide Number Placeholder 3">
            <a:extLst>
              <a:ext uri="{FF2B5EF4-FFF2-40B4-BE49-F238E27FC236}">
                <a16:creationId xmlns:a16="http://schemas.microsoft.com/office/drawing/2014/main" id="{9AE81A28-F1CE-0DFD-E764-DC18F7C8FD09}"/>
              </a:ext>
            </a:extLst>
          </p:cNvPr>
          <p:cNvSpPr>
            <a:spLocks noGrp="1"/>
          </p:cNvSpPr>
          <p:nvPr>
            <p:ph type="sldNum" sz="quarter" idx="5"/>
          </p:nvPr>
        </p:nvSpPr>
        <p:spPr/>
        <p:txBody>
          <a:bodyPr/>
          <a:lstStyle/>
          <a:p>
            <a:fld id="{738B348E-A5D8-487B-BA1D-0E3A1CF8DEA8}" type="slidenum">
              <a:rPr lang="nl-BE" smtClean="0"/>
              <a:t>15</a:t>
            </a:fld>
            <a:endParaRPr lang="nl-BE"/>
          </a:p>
        </p:txBody>
      </p:sp>
    </p:spTree>
    <p:extLst>
      <p:ext uri="{BB962C8B-B14F-4D97-AF65-F5344CB8AC3E}">
        <p14:creationId xmlns:p14="http://schemas.microsoft.com/office/powerpoint/2010/main" val="132947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1B91D-8986-E06A-9F48-01D5112E32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a:extLst>
              <a:ext uri="{FF2B5EF4-FFF2-40B4-BE49-F238E27FC236}">
                <a16:creationId xmlns:a16="http://schemas.microsoft.com/office/drawing/2014/main" id="{00F51210-67C5-59B8-0721-06D90106B3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a:extLst>
              <a:ext uri="{FF2B5EF4-FFF2-40B4-BE49-F238E27FC236}">
                <a16:creationId xmlns:a16="http://schemas.microsoft.com/office/drawing/2014/main" id="{77759204-2ECA-F048-DDA3-5A1158E2CA2E}"/>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48ECC14A-1C53-2644-0650-EBB74FFFC4B0}"/>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DFCE6E1F-401B-B396-41BE-3BFD4E4C4E8C}"/>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409022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D5A6-D886-7939-E7D8-D221EB6559E7}"/>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722DE93F-F239-E78B-6C38-2F737187CA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031E61BF-492D-3054-98CB-058129101935}"/>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087D7CB1-A7B5-6B19-06C0-19DB42AB6FB1}"/>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C3569E2B-4DF9-4423-952C-743602AF2538}"/>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408865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4FC2B-C993-329B-21AB-19296821E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a:extLst>
              <a:ext uri="{FF2B5EF4-FFF2-40B4-BE49-F238E27FC236}">
                <a16:creationId xmlns:a16="http://schemas.microsoft.com/office/drawing/2014/main" id="{6007824D-4299-2375-EC49-4F5C46D873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A4BCCA-4234-01AA-D5DE-8F7619745291}"/>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F078856D-3C6E-BB90-75C8-6AB6D6F0961A}"/>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455CED49-3EF8-1212-1DB3-6624A16BFD4B}"/>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1979516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299DE-253B-96F2-5B7B-D10C26899DFC}"/>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92E5667D-D465-DC05-B77A-F90601A4E9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a:extLst>
              <a:ext uri="{FF2B5EF4-FFF2-40B4-BE49-F238E27FC236}">
                <a16:creationId xmlns:a16="http://schemas.microsoft.com/office/drawing/2014/main" id="{D0F1CADF-01CB-2EB9-2EFF-A60FE32855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a:extLst>
              <a:ext uri="{FF2B5EF4-FFF2-40B4-BE49-F238E27FC236}">
                <a16:creationId xmlns:a16="http://schemas.microsoft.com/office/drawing/2014/main" id="{468AD308-E705-B16D-45AD-00C59405077D}"/>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6" name="Footer Placeholder 5">
            <a:extLst>
              <a:ext uri="{FF2B5EF4-FFF2-40B4-BE49-F238E27FC236}">
                <a16:creationId xmlns:a16="http://schemas.microsoft.com/office/drawing/2014/main" id="{B06D4063-96E8-9AC1-0D6F-536E89DD74D9}"/>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3D8D42A6-4FA0-75C8-CE0D-911F7ECFFB20}"/>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4171803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7762-1F1F-B2B3-92DB-3328637D60AC}"/>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a:extLst>
              <a:ext uri="{FF2B5EF4-FFF2-40B4-BE49-F238E27FC236}">
                <a16:creationId xmlns:a16="http://schemas.microsoft.com/office/drawing/2014/main" id="{DBCC3655-9A8E-FB9C-B5BB-F4963F3FFC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F43DFB-9E48-723C-4EAC-E75057F5AA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a:extLst>
              <a:ext uri="{FF2B5EF4-FFF2-40B4-BE49-F238E27FC236}">
                <a16:creationId xmlns:a16="http://schemas.microsoft.com/office/drawing/2014/main" id="{B5E8B78D-0E67-CAF3-1B0A-43CA99F5F9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B663F0-BB29-1396-5F06-84D1CC3945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a:extLst>
              <a:ext uri="{FF2B5EF4-FFF2-40B4-BE49-F238E27FC236}">
                <a16:creationId xmlns:a16="http://schemas.microsoft.com/office/drawing/2014/main" id="{4BE93599-45A4-F51A-F5C2-5352593750C0}"/>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8" name="Footer Placeholder 7">
            <a:extLst>
              <a:ext uri="{FF2B5EF4-FFF2-40B4-BE49-F238E27FC236}">
                <a16:creationId xmlns:a16="http://schemas.microsoft.com/office/drawing/2014/main" id="{43497E7D-4A7E-7DD9-167E-0EF84C934FFD}"/>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F776CC67-109A-1EAC-F763-023036BC5349}"/>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2845767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2CE4-D535-A97E-071F-6EC2B8AD9BE1}"/>
              </a:ext>
            </a:extLst>
          </p:cNvPr>
          <p:cNvSpPr>
            <a:spLocks noGrp="1"/>
          </p:cNvSpPr>
          <p:nvPr>
            <p:ph type="title"/>
          </p:nvPr>
        </p:nvSpPr>
        <p:spPr/>
        <p:txBody>
          <a:bodyPr/>
          <a:lstStyle/>
          <a:p>
            <a:r>
              <a:rPr lang="en-US"/>
              <a:t>Click to edit Master title style</a:t>
            </a:r>
            <a:endParaRPr lang="nl-BE"/>
          </a:p>
        </p:txBody>
      </p:sp>
      <p:sp>
        <p:nvSpPr>
          <p:cNvPr id="3" name="Date Placeholder 2">
            <a:extLst>
              <a:ext uri="{FF2B5EF4-FFF2-40B4-BE49-F238E27FC236}">
                <a16:creationId xmlns:a16="http://schemas.microsoft.com/office/drawing/2014/main" id="{F7B0C9A4-1E72-F46B-EBFA-ADC9B9968B89}"/>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4" name="Footer Placeholder 3">
            <a:extLst>
              <a:ext uri="{FF2B5EF4-FFF2-40B4-BE49-F238E27FC236}">
                <a16:creationId xmlns:a16="http://schemas.microsoft.com/office/drawing/2014/main" id="{C334959E-7BE8-ABFD-2621-3B59769A3778}"/>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E761C995-4699-15DC-EB5F-8B63BF503A6F}"/>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2753308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342A84-6E4D-3421-102A-8C515706CF63}"/>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3" name="Footer Placeholder 2">
            <a:extLst>
              <a:ext uri="{FF2B5EF4-FFF2-40B4-BE49-F238E27FC236}">
                <a16:creationId xmlns:a16="http://schemas.microsoft.com/office/drawing/2014/main" id="{D144328C-073A-EC14-A606-1BE011DD1532}"/>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01418EEC-782D-592D-66A8-8EF87EDE9634}"/>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4241001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AD3B-170E-01EA-B020-68CD2D14C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a:extLst>
              <a:ext uri="{FF2B5EF4-FFF2-40B4-BE49-F238E27FC236}">
                <a16:creationId xmlns:a16="http://schemas.microsoft.com/office/drawing/2014/main" id="{1D297D5C-9E59-93CB-7242-3575716FA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a:extLst>
              <a:ext uri="{FF2B5EF4-FFF2-40B4-BE49-F238E27FC236}">
                <a16:creationId xmlns:a16="http://schemas.microsoft.com/office/drawing/2014/main" id="{113EAD73-B79B-5D39-F87D-FAF5205B5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23764-924C-EF2A-BAF0-BA8076DAAE7B}"/>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6" name="Footer Placeholder 5">
            <a:extLst>
              <a:ext uri="{FF2B5EF4-FFF2-40B4-BE49-F238E27FC236}">
                <a16:creationId xmlns:a16="http://schemas.microsoft.com/office/drawing/2014/main" id="{5EFD15B2-5312-8BC5-74BA-9C6557BD7CC3}"/>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24A231EC-14BE-A82A-8E66-4434148BD751}"/>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4200182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2952-C83C-ADD0-0D54-CB4355D9E6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a:extLst>
              <a:ext uri="{FF2B5EF4-FFF2-40B4-BE49-F238E27FC236}">
                <a16:creationId xmlns:a16="http://schemas.microsoft.com/office/drawing/2014/main" id="{33EEE3E6-BDDF-38CF-1FF7-7AD89E28B2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DE052D4C-DC0F-21E2-0CB0-72B64E2E7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19624-40A1-2EB3-5007-E9C2108B72E3}"/>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6" name="Footer Placeholder 5">
            <a:extLst>
              <a:ext uri="{FF2B5EF4-FFF2-40B4-BE49-F238E27FC236}">
                <a16:creationId xmlns:a16="http://schemas.microsoft.com/office/drawing/2014/main" id="{6E5F419E-444B-94F2-2A23-5DB7EF6DCB2C}"/>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A75F611F-5306-CB93-E4EB-2963CB01DB7E}"/>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2212593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25B9A-C01B-FFDF-2BCF-8007FD868F04}"/>
              </a:ext>
            </a:extLst>
          </p:cNvPr>
          <p:cNvSpPr>
            <a:spLocks noGrp="1"/>
          </p:cNvSpPr>
          <p:nvPr>
            <p:ph type="title"/>
          </p:nvPr>
        </p:nvSpPr>
        <p:spPr/>
        <p:txBody>
          <a:bodyPr/>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A04B442A-05E8-C4C8-FA5F-7F1CF1BC1C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0E38D040-0202-9DEF-11F8-3A075D0ABCCC}"/>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792C5DE9-3337-D801-2E43-5C750001527E}"/>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9B4DB7E7-F736-2BE7-E21A-2DF993B56CD5}"/>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3284801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69822D-3ED2-10BE-A681-FF2929734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6F7C9AD3-9258-D1C1-4B14-2B73D246A8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530E02F0-B36C-D7E1-F040-012F515CE3E0}"/>
              </a:ext>
            </a:extLst>
          </p:cNvPr>
          <p:cNvSpPr>
            <a:spLocks noGrp="1"/>
          </p:cNvSpPr>
          <p:nvPr>
            <p:ph type="dt" sz="half" idx="10"/>
          </p:nvPr>
        </p:nvSpPr>
        <p:spPr/>
        <p:txBody>
          <a:body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89A1A4B5-1D04-EFB5-316D-3DA79D9021BE}"/>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4D1B0BEC-9ADE-3E75-7A22-AB6D4F2E4EEE}"/>
              </a:ext>
            </a:extLst>
          </p:cNvPr>
          <p:cNvSpPr>
            <a:spLocks noGrp="1"/>
          </p:cNvSpPr>
          <p:nvPr>
            <p:ph type="sldNum" sz="quarter" idx="12"/>
          </p:nvPr>
        </p:nvSpPr>
        <p:spPr/>
        <p:txBody>
          <a:bodyPr/>
          <a:lstStyle/>
          <a:p>
            <a:fld id="{F538D51D-ECC9-4A53-B5BF-2CBAA09DDF63}" type="slidenum">
              <a:rPr lang="nl-BE" smtClean="0"/>
              <a:t>‹#›</a:t>
            </a:fld>
            <a:endParaRPr lang="nl-BE"/>
          </a:p>
        </p:txBody>
      </p:sp>
    </p:spTree>
    <p:extLst>
      <p:ext uri="{BB962C8B-B14F-4D97-AF65-F5344CB8AC3E}">
        <p14:creationId xmlns:p14="http://schemas.microsoft.com/office/powerpoint/2010/main" val="375911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644A7C-D734-5D0C-05F5-EFDEE74703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a:extLst>
              <a:ext uri="{FF2B5EF4-FFF2-40B4-BE49-F238E27FC236}">
                <a16:creationId xmlns:a16="http://schemas.microsoft.com/office/drawing/2014/main" id="{7BCB6780-02D4-AD02-5E04-45D23075D3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EBECB0A5-085E-3F9A-BCAB-E032E53DEB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067796-98D6-4234-8563-85683F1CCB76}" type="datetimeFigureOut">
              <a:rPr lang="nl-BE" smtClean="0"/>
              <a:t>29/04/2025</a:t>
            </a:fld>
            <a:endParaRPr lang="nl-BE"/>
          </a:p>
        </p:txBody>
      </p:sp>
      <p:sp>
        <p:nvSpPr>
          <p:cNvPr id="5" name="Footer Placeholder 4">
            <a:extLst>
              <a:ext uri="{FF2B5EF4-FFF2-40B4-BE49-F238E27FC236}">
                <a16:creationId xmlns:a16="http://schemas.microsoft.com/office/drawing/2014/main" id="{509B70D4-0C50-D683-8B3D-36577F199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Slide Number Placeholder 5">
            <a:extLst>
              <a:ext uri="{FF2B5EF4-FFF2-40B4-BE49-F238E27FC236}">
                <a16:creationId xmlns:a16="http://schemas.microsoft.com/office/drawing/2014/main" id="{0E9CDF17-FDBC-C64B-B7CD-7415A2D4DD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38D51D-ECC9-4A53-B5BF-2CBAA09DDF63}" type="slidenum">
              <a:rPr lang="nl-BE" smtClean="0"/>
              <a:t>‹#›</a:t>
            </a:fld>
            <a:endParaRPr lang="nl-BE"/>
          </a:p>
        </p:txBody>
      </p:sp>
    </p:spTree>
    <p:extLst>
      <p:ext uri="{BB962C8B-B14F-4D97-AF65-F5344CB8AC3E}">
        <p14:creationId xmlns:p14="http://schemas.microsoft.com/office/powerpoint/2010/main" val="1364027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ninjahisser.github.io/Luca-Public/Hyperfoundation/index.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21FF64-E5B3-AC2C-9A0A-7C9806F43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D6C8E-56A2-FFF6-3DCB-46FA0B242B06}"/>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pic>
        <p:nvPicPr>
          <p:cNvPr id="5" name="Picture 4" descr="A car driving on a field&#10;&#10;Description automatically generated">
            <a:extLst>
              <a:ext uri="{FF2B5EF4-FFF2-40B4-BE49-F238E27FC236}">
                <a16:creationId xmlns:a16="http://schemas.microsoft.com/office/drawing/2014/main" id="{594E7AAE-E97F-886C-F339-8AE401BC4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299" y="1293553"/>
            <a:ext cx="3356828" cy="2135447"/>
          </a:xfrm>
          <a:prstGeom prst="rect">
            <a:avLst/>
          </a:prstGeom>
        </p:spPr>
      </p:pic>
      <p:sp>
        <p:nvSpPr>
          <p:cNvPr id="6" name="TextBox 5">
            <a:extLst>
              <a:ext uri="{FF2B5EF4-FFF2-40B4-BE49-F238E27FC236}">
                <a16:creationId xmlns:a16="http://schemas.microsoft.com/office/drawing/2014/main" id="{14D6D48F-D37E-A271-1CDF-5C633865E10E}"/>
              </a:ext>
            </a:extLst>
          </p:cNvPr>
          <p:cNvSpPr txBox="1"/>
          <p:nvPr/>
        </p:nvSpPr>
        <p:spPr>
          <a:xfrm>
            <a:off x="282300" y="5997499"/>
            <a:ext cx="3356828" cy="369332"/>
          </a:xfrm>
          <a:prstGeom prst="rect">
            <a:avLst/>
          </a:prstGeom>
          <a:noFill/>
        </p:spPr>
        <p:txBody>
          <a:bodyPr wrap="square" rtlCol="0">
            <a:spAutoFit/>
          </a:bodyPr>
          <a:lstStyle/>
          <a:p>
            <a:pPr algn="ctr"/>
            <a:r>
              <a:rPr lang="nl-BE" dirty="0">
                <a:solidFill>
                  <a:schemeClr val="bg2">
                    <a:lumMod val="90000"/>
                  </a:schemeClr>
                </a:solidFill>
                <a:latin typeface="Aldrich" panose="02000000000000000000" pitchFamily="2" charset="0"/>
              </a:rPr>
              <a:t>Tales from the loop</a:t>
            </a:r>
          </a:p>
        </p:txBody>
      </p:sp>
      <p:pic>
        <p:nvPicPr>
          <p:cNvPr id="10" name="Picture 9" descr="A group of kids playing with a robot&#10;&#10;Description automatically generated">
            <a:extLst>
              <a:ext uri="{FF2B5EF4-FFF2-40B4-BE49-F238E27FC236}">
                <a16:creationId xmlns:a16="http://schemas.microsoft.com/office/drawing/2014/main" id="{346E94EF-DE17-1EFA-E861-1E374B59E3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299" y="3530135"/>
            <a:ext cx="3356827" cy="2265464"/>
          </a:xfrm>
          <a:prstGeom prst="rect">
            <a:avLst/>
          </a:prstGeom>
        </p:spPr>
      </p:pic>
      <p:sp>
        <p:nvSpPr>
          <p:cNvPr id="11" name="TextBox 10">
            <a:extLst>
              <a:ext uri="{FF2B5EF4-FFF2-40B4-BE49-F238E27FC236}">
                <a16:creationId xmlns:a16="http://schemas.microsoft.com/office/drawing/2014/main" id="{8D6EE444-2D84-7F06-5223-FAA9890D5A47}"/>
              </a:ext>
            </a:extLst>
          </p:cNvPr>
          <p:cNvSpPr txBox="1"/>
          <p:nvPr/>
        </p:nvSpPr>
        <p:spPr>
          <a:xfrm>
            <a:off x="4139635" y="6028307"/>
            <a:ext cx="3356828" cy="369332"/>
          </a:xfrm>
          <a:prstGeom prst="rect">
            <a:avLst/>
          </a:prstGeom>
          <a:noFill/>
        </p:spPr>
        <p:txBody>
          <a:bodyPr wrap="square" rtlCol="0">
            <a:spAutoFit/>
          </a:bodyPr>
          <a:lstStyle/>
          <a:p>
            <a:pPr algn="ctr"/>
            <a:r>
              <a:rPr lang="nl-BE" dirty="0">
                <a:solidFill>
                  <a:schemeClr val="bg2">
                    <a:lumMod val="90000"/>
                  </a:schemeClr>
                </a:solidFill>
                <a:latin typeface="Aldrich" panose="02000000000000000000" pitchFamily="2" charset="0"/>
              </a:rPr>
              <a:t>Things from the flood</a:t>
            </a:r>
          </a:p>
        </p:txBody>
      </p:sp>
      <p:pic>
        <p:nvPicPr>
          <p:cNvPr id="13" name="Picture 12" descr="A person standing in the snow&#10;&#10;Description automatically generated">
            <a:extLst>
              <a:ext uri="{FF2B5EF4-FFF2-40B4-BE49-F238E27FC236}">
                <a16:creationId xmlns:a16="http://schemas.microsoft.com/office/drawing/2014/main" id="{99C4EA5A-FF27-8488-5D0A-0CF40090D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9636" y="1293553"/>
            <a:ext cx="3356827" cy="1888544"/>
          </a:xfrm>
          <a:prstGeom prst="rect">
            <a:avLst/>
          </a:prstGeom>
        </p:spPr>
      </p:pic>
      <p:pic>
        <p:nvPicPr>
          <p:cNvPr id="15" name="Picture 14" descr="A crashed airplanes on a snowy road&#10;&#10;Description automatically generated">
            <a:extLst>
              <a:ext uri="{FF2B5EF4-FFF2-40B4-BE49-F238E27FC236}">
                <a16:creationId xmlns:a16="http://schemas.microsoft.com/office/drawing/2014/main" id="{E05A3087-48C4-073C-CB7B-93CE1F0971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9635" y="3283836"/>
            <a:ext cx="3356827" cy="1730946"/>
          </a:xfrm>
          <a:prstGeom prst="rect">
            <a:avLst/>
          </a:prstGeom>
        </p:spPr>
      </p:pic>
      <p:sp>
        <p:nvSpPr>
          <p:cNvPr id="16" name="TextBox 15">
            <a:extLst>
              <a:ext uri="{FF2B5EF4-FFF2-40B4-BE49-F238E27FC236}">
                <a16:creationId xmlns:a16="http://schemas.microsoft.com/office/drawing/2014/main" id="{1035A7EC-F6F6-5CBC-BA44-FD2E4196F03B}"/>
              </a:ext>
            </a:extLst>
          </p:cNvPr>
          <p:cNvSpPr txBox="1"/>
          <p:nvPr/>
        </p:nvSpPr>
        <p:spPr>
          <a:xfrm>
            <a:off x="7996970" y="6043680"/>
            <a:ext cx="3356828" cy="369332"/>
          </a:xfrm>
          <a:prstGeom prst="rect">
            <a:avLst/>
          </a:prstGeom>
          <a:noFill/>
        </p:spPr>
        <p:txBody>
          <a:bodyPr wrap="square" rtlCol="0">
            <a:spAutoFit/>
          </a:bodyPr>
          <a:lstStyle/>
          <a:p>
            <a:pPr algn="ctr"/>
            <a:r>
              <a:rPr lang="nl-BE" dirty="0">
                <a:solidFill>
                  <a:schemeClr val="bg2">
                    <a:lumMod val="90000"/>
                  </a:schemeClr>
                </a:solidFill>
                <a:latin typeface="Aldrich" panose="02000000000000000000" pitchFamily="2" charset="0"/>
              </a:rPr>
              <a:t>The electric state</a:t>
            </a:r>
          </a:p>
        </p:txBody>
      </p:sp>
      <p:pic>
        <p:nvPicPr>
          <p:cNvPr id="18" name="Picture 17" descr="A foggy landscape with a boat and a power pole&#10;&#10;Description automatically generated with medium confidence">
            <a:extLst>
              <a:ext uri="{FF2B5EF4-FFF2-40B4-BE49-F238E27FC236}">
                <a16:creationId xmlns:a16="http://schemas.microsoft.com/office/drawing/2014/main" id="{FAECA855-9128-9FF5-06BA-3DB50731E5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6970" y="1293553"/>
            <a:ext cx="3356827" cy="1678414"/>
          </a:xfrm>
          <a:prstGeom prst="rect">
            <a:avLst/>
          </a:prstGeom>
        </p:spPr>
      </p:pic>
      <p:pic>
        <p:nvPicPr>
          <p:cNvPr id="20" name="Picture 19" descr="A person standing on a sidewalk at night&#10;&#10;Description automatically generated">
            <a:extLst>
              <a:ext uri="{FF2B5EF4-FFF2-40B4-BE49-F238E27FC236}">
                <a16:creationId xmlns:a16="http://schemas.microsoft.com/office/drawing/2014/main" id="{0D22F82F-0EBC-A2A3-F2CF-7E44A7895C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96969" y="3046827"/>
            <a:ext cx="3356828" cy="1678414"/>
          </a:xfrm>
          <a:prstGeom prst="rect">
            <a:avLst/>
          </a:prstGeom>
        </p:spPr>
      </p:pic>
    </p:spTree>
    <p:extLst>
      <p:ext uri="{BB962C8B-B14F-4D97-AF65-F5344CB8AC3E}">
        <p14:creationId xmlns:p14="http://schemas.microsoft.com/office/powerpoint/2010/main" val="2016027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23D5F4-8041-5480-9CEA-D4F59AFC5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5BD4E-7BF8-6606-E4D3-C59689C2947F}"/>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pic>
        <p:nvPicPr>
          <p:cNvPr id="5" name="Picture 4" descr="A car driving on a field&#10;&#10;Description automatically generated">
            <a:extLst>
              <a:ext uri="{FF2B5EF4-FFF2-40B4-BE49-F238E27FC236}">
                <a16:creationId xmlns:a16="http://schemas.microsoft.com/office/drawing/2014/main" id="{43E26E39-54F2-B623-B88F-0175F4BF0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035" y="2121394"/>
            <a:ext cx="5702613" cy="3627719"/>
          </a:xfrm>
          <a:prstGeom prst="rect">
            <a:avLst/>
          </a:prstGeom>
        </p:spPr>
      </p:pic>
      <p:sp>
        <p:nvSpPr>
          <p:cNvPr id="6" name="TextBox 5">
            <a:extLst>
              <a:ext uri="{FF2B5EF4-FFF2-40B4-BE49-F238E27FC236}">
                <a16:creationId xmlns:a16="http://schemas.microsoft.com/office/drawing/2014/main" id="{0B1E9E32-905C-B2DF-49E4-9FF352332510}"/>
              </a:ext>
            </a:extLst>
          </p:cNvPr>
          <p:cNvSpPr txBox="1"/>
          <p:nvPr/>
        </p:nvSpPr>
        <p:spPr>
          <a:xfrm>
            <a:off x="4346300" y="1534863"/>
            <a:ext cx="3356828" cy="369332"/>
          </a:xfrm>
          <a:prstGeom prst="rect">
            <a:avLst/>
          </a:prstGeom>
          <a:noFill/>
        </p:spPr>
        <p:txBody>
          <a:bodyPr wrap="square" rtlCol="0">
            <a:spAutoFit/>
          </a:bodyPr>
          <a:lstStyle/>
          <a:p>
            <a:pPr algn="ctr"/>
            <a:r>
              <a:rPr lang="nl-BE" b="1" dirty="0">
                <a:solidFill>
                  <a:schemeClr val="bg2">
                    <a:lumMod val="90000"/>
                  </a:schemeClr>
                </a:solidFill>
                <a:latin typeface="Aldrich" panose="02000000000000000000" pitchFamily="2" charset="0"/>
              </a:rPr>
              <a:t>Tales from the loop</a:t>
            </a:r>
          </a:p>
        </p:txBody>
      </p:sp>
      <p:pic>
        <p:nvPicPr>
          <p:cNvPr id="10" name="Picture 9" descr="A group of kids playing with a robot&#10;&#10;Description automatically generated">
            <a:extLst>
              <a:ext uri="{FF2B5EF4-FFF2-40B4-BE49-F238E27FC236}">
                <a16:creationId xmlns:a16="http://schemas.microsoft.com/office/drawing/2014/main" id="{84DB531D-7FD8-CFCD-0F7D-BDA6CA312F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9889" y="2117444"/>
            <a:ext cx="5702613" cy="3848594"/>
          </a:xfrm>
          <a:prstGeom prst="rect">
            <a:avLst/>
          </a:prstGeom>
        </p:spPr>
      </p:pic>
    </p:spTree>
    <p:extLst>
      <p:ext uri="{BB962C8B-B14F-4D97-AF65-F5344CB8AC3E}">
        <p14:creationId xmlns:p14="http://schemas.microsoft.com/office/powerpoint/2010/main" val="388926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A34ECF5-F66F-64CF-0DD8-AB592CB79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66B29-3430-A277-F5AF-CD971EAF172C}"/>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sp>
        <p:nvSpPr>
          <p:cNvPr id="6" name="TextBox 5">
            <a:extLst>
              <a:ext uri="{FF2B5EF4-FFF2-40B4-BE49-F238E27FC236}">
                <a16:creationId xmlns:a16="http://schemas.microsoft.com/office/drawing/2014/main" id="{EF2B8FC2-7057-9BCC-DBFD-4A768082C2B8}"/>
              </a:ext>
            </a:extLst>
          </p:cNvPr>
          <p:cNvSpPr txBox="1"/>
          <p:nvPr/>
        </p:nvSpPr>
        <p:spPr>
          <a:xfrm>
            <a:off x="4346300" y="1534863"/>
            <a:ext cx="3356828" cy="369332"/>
          </a:xfrm>
          <a:prstGeom prst="rect">
            <a:avLst/>
          </a:prstGeom>
          <a:noFill/>
        </p:spPr>
        <p:txBody>
          <a:bodyPr wrap="square" rtlCol="0">
            <a:spAutoFit/>
          </a:bodyPr>
          <a:lstStyle/>
          <a:p>
            <a:pPr algn="ctr"/>
            <a:r>
              <a:rPr lang="nl-BE" b="1" dirty="0">
                <a:solidFill>
                  <a:schemeClr val="bg2">
                    <a:lumMod val="90000"/>
                  </a:schemeClr>
                </a:solidFill>
                <a:latin typeface="Aldrich" panose="02000000000000000000" pitchFamily="2" charset="0"/>
              </a:rPr>
              <a:t>Things from the flood</a:t>
            </a:r>
          </a:p>
        </p:txBody>
      </p:sp>
      <p:pic>
        <p:nvPicPr>
          <p:cNvPr id="7" name="Picture 6" descr="A person standing in the snow&#10;&#10;Description automatically generated">
            <a:extLst>
              <a:ext uri="{FF2B5EF4-FFF2-40B4-BE49-F238E27FC236}">
                <a16:creationId xmlns:a16="http://schemas.microsoft.com/office/drawing/2014/main" id="{76F7C80B-308F-6641-5451-14B83125BC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035" y="2121394"/>
            <a:ext cx="5702613" cy="3208278"/>
          </a:xfrm>
          <a:prstGeom prst="rect">
            <a:avLst/>
          </a:prstGeom>
        </p:spPr>
      </p:pic>
      <p:pic>
        <p:nvPicPr>
          <p:cNvPr id="8" name="Picture 7" descr="A crashed airplanes on a snowy road&#10;&#10;Description automatically generated">
            <a:extLst>
              <a:ext uri="{FF2B5EF4-FFF2-40B4-BE49-F238E27FC236}">
                <a16:creationId xmlns:a16="http://schemas.microsoft.com/office/drawing/2014/main" id="{5D7EA367-3761-75E2-EB2F-F08ABAC9E3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9889" y="2121394"/>
            <a:ext cx="5702613" cy="2940549"/>
          </a:xfrm>
          <a:prstGeom prst="rect">
            <a:avLst/>
          </a:prstGeom>
        </p:spPr>
      </p:pic>
    </p:spTree>
    <p:extLst>
      <p:ext uri="{BB962C8B-B14F-4D97-AF65-F5344CB8AC3E}">
        <p14:creationId xmlns:p14="http://schemas.microsoft.com/office/powerpoint/2010/main" val="281897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FD8F22B-6AFA-1801-D371-6131D9234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4679A-4934-3986-0F3B-D81332819647}"/>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sp>
        <p:nvSpPr>
          <p:cNvPr id="6" name="TextBox 5">
            <a:extLst>
              <a:ext uri="{FF2B5EF4-FFF2-40B4-BE49-F238E27FC236}">
                <a16:creationId xmlns:a16="http://schemas.microsoft.com/office/drawing/2014/main" id="{2B3AC77F-1181-57AA-FDF6-53DA31974F49}"/>
              </a:ext>
            </a:extLst>
          </p:cNvPr>
          <p:cNvSpPr txBox="1"/>
          <p:nvPr/>
        </p:nvSpPr>
        <p:spPr>
          <a:xfrm>
            <a:off x="4346300" y="1534863"/>
            <a:ext cx="3356828" cy="369332"/>
          </a:xfrm>
          <a:prstGeom prst="rect">
            <a:avLst/>
          </a:prstGeom>
          <a:noFill/>
        </p:spPr>
        <p:txBody>
          <a:bodyPr wrap="square" rtlCol="0">
            <a:spAutoFit/>
          </a:bodyPr>
          <a:lstStyle/>
          <a:p>
            <a:pPr algn="ctr"/>
            <a:r>
              <a:rPr lang="nl-BE" b="1" dirty="0">
                <a:solidFill>
                  <a:schemeClr val="bg2">
                    <a:lumMod val="90000"/>
                  </a:schemeClr>
                </a:solidFill>
                <a:latin typeface="Aldrich" panose="02000000000000000000" pitchFamily="2" charset="0"/>
              </a:rPr>
              <a:t>The electric state</a:t>
            </a:r>
          </a:p>
        </p:txBody>
      </p:sp>
      <p:pic>
        <p:nvPicPr>
          <p:cNvPr id="3" name="Picture 2" descr="A foggy landscape with a boat and a power pole&#10;&#10;Description automatically generated with medium confidence">
            <a:extLst>
              <a:ext uri="{FF2B5EF4-FFF2-40B4-BE49-F238E27FC236}">
                <a16:creationId xmlns:a16="http://schemas.microsoft.com/office/drawing/2014/main" id="{785E0D62-506E-9F11-D707-97F96F20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035" y="2121393"/>
            <a:ext cx="5702613" cy="2851307"/>
          </a:xfrm>
          <a:prstGeom prst="rect">
            <a:avLst/>
          </a:prstGeom>
        </p:spPr>
      </p:pic>
      <p:pic>
        <p:nvPicPr>
          <p:cNvPr id="4" name="Picture 3" descr="A person standing on a sidewalk at night&#10;&#10;Description automatically generated">
            <a:extLst>
              <a:ext uri="{FF2B5EF4-FFF2-40B4-BE49-F238E27FC236}">
                <a16:creationId xmlns:a16="http://schemas.microsoft.com/office/drawing/2014/main" id="{B6B95ABC-AE97-60B1-5219-7BCA661942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9889" y="2121393"/>
            <a:ext cx="5702612" cy="2851306"/>
          </a:xfrm>
          <a:prstGeom prst="rect">
            <a:avLst/>
          </a:prstGeom>
        </p:spPr>
      </p:pic>
    </p:spTree>
    <p:extLst>
      <p:ext uri="{BB962C8B-B14F-4D97-AF65-F5344CB8AC3E}">
        <p14:creationId xmlns:p14="http://schemas.microsoft.com/office/powerpoint/2010/main" val="3375064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33EDF6-4184-D6B4-87E0-A4C6C39FC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61D02-18B1-47CF-834F-ECDE9E3F54A9}"/>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sp>
        <p:nvSpPr>
          <p:cNvPr id="6" name="TextBox 5">
            <a:extLst>
              <a:ext uri="{FF2B5EF4-FFF2-40B4-BE49-F238E27FC236}">
                <a16:creationId xmlns:a16="http://schemas.microsoft.com/office/drawing/2014/main" id="{3A657553-3D71-2FB7-91F5-7C3A092C8E99}"/>
              </a:ext>
            </a:extLst>
          </p:cNvPr>
          <p:cNvSpPr txBox="1"/>
          <p:nvPr/>
        </p:nvSpPr>
        <p:spPr>
          <a:xfrm>
            <a:off x="4346300" y="1534863"/>
            <a:ext cx="3356828" cy="369332"/>
          </a:xfrm>
          <a:prstGeom prst="rect">
            <a:avLst/>
          </a:prstGeom>
          <a:noFill/>
        </p:spPr>
        <p:txBody>
          <a:bodyPr wrap="square" rtlCol="0">
            <a:spAutoFit/>
          </a:bodyPr>
          <a:lstStyle/>
          <a:p>
            <a:pPr algn="ctr"/>
            <a:r>
              <a:rPr lang="nl-BE" b="1" dirty="0">
                <a:solidFill>
                  <a:schemeClr val="bg2">
                    <a:lumMod val="90000"/>
                  </a:schemeClr>
                </a:solidFill>
                <a:latin typeface="Aldrich" panose="02000000000000000000" pitchFamily="2" charset="0"/>
              </a:rPr>
              <a:t>Paleo-Art</a:t>
            </a:r>
          </a:p>
        </p:txBody>
      </p:sp>
      <p:pic>
        <p:nvPicPr>
          <p:cNvPr id="1026" name="Picture 2">
            <a:extLst>
              <a:ext uri="{FF2B5EF4-FFF2-40B4-BE49-F238E27FC236}">
                <a16:creationId xmlns:a16="http://schemas.microsoft.com/office/drawing/2014/main" id="{A7157995-3F7B-19C3-8EE3-19328E114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307" y="2113495"/>
            <a:ext cx="9021385" cy="4152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936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61A03718-CDE3-6C65-4FCD-9CFF22BB71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51786"/>
            <a:ext cx="12192000" cy="3954427"/>
          </a:xfrm>
          <a:prstGeom prst="rect">
            <a:avLst/>
          </a:prstGeom>
        </p:spPr>
      </p:pic>
    </p:spTree>
    <p:extLst>
      <p:ext uri="{BB962C8B-B14F-4D97-AF65-F5344CB8AC3E}">
        <p14:creationId xmlns:p14="http://schemas.microsoft.com/office/powerpoint/2010/main" val="429310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7D04F-A42A-0ED3-AB6F-46D96F5E5C35}"/>
              </a:ext>
            </a:extLst>
          </p:cNvPr>
          <p:cNvSpPr>
            <a:spLocks noGrp="1"/>
          </p:cNvSpPr>
          <p:nvPr>
            <p:ph type="title"/>
          </p:nvPr>
        </p:nvSpPr>
        <p:spPr>
          <a:xfrm>
            <a:off x="838200" y="2766218"/>
            <a:ext cx="10515600" cy="1325563"/>
          </a:xfrm>
        </p:spPr>
        <p:txBody>
          <a:bodyPr>
            <a:normAutofit fontScale="90000"/>
          </a:bodyPr>
          <a:lstStyle/>
          <a:p>
            <a:pPr algn="ctr"/>
            <a:r>
              <a:rPr lang="nl-BE" sz="4000" dirty="0">
                <a:solidFill>
                  <a:schemeClr val="bg2">
                    <a:lumMod val="90000"/>
                  </a:schemeClr>
                </a:solidFill>
                <a:latin typeface="Aldrich" panose="02000000000000000000" pitchFamily="2" charset="0"/>
              </a:rPr>
              <a:t>SIMON STÅLENHAG </a:t>
            </a:r>
            <a:br>
              <a:rPr lang="nl-BE" sz="4000" dirty="0">
                <a:solidFill>
                  <a:schemeClr val="bg2">
                    <a:lumMod val="90000"/>
                  </a:schemeClr>
                </a:solidFill>
                <a:latin typeface="Aldrich" panose="02000000000000000000" pitchFamily="2" charset="0"/>
              </a:rPr>
            </a:br>
            <a:r>
              <a:rPr lang="nl-BE" sz="4000" dirty="0">
                <a:solidFill>
                  <a:schemeClr val="bg2">
                    <a:lumMod val="90000"/>
                  </a:schemeClr>
                </a:solidFill>
                <a:latin typeface="Aldrich" panose="02000000000000000000" pitchFamily="2" charset="0"/>
              </a:rPr>
              <a:t>X </a:t>
            </a:r>
            <a:br>
              <a:rPr lang="nl-BE" sz="4000" dirty="0">
                <a:solidFill>
                  <a:schemeClr val="bg2">
                    <a:lumMod val="90000"/>
                  </a:schemeClr>
                </a:solidFill>
                <a:latin typeface="Aldrich" panose="02000000000000000000" pitchFamily="2" charset="0"/>
              </a:rPr>
            </a:br>
            <a:r>
              <a:rPr lang="nl-BE" sz="4000" dirty="0">
                <a:solidFill>
                  <a:schemeClr val="bg2">
                    <a:lumMod val="90000"/>
                  </a:schemeClr>
                </a:solidFill>
                <a:latin typeface="Aldrich" panose="02000000000000000000" pitchFamily="2" charset="0"/>
              </a:rPr>
              <a:t>SETH VAN DEN BOSSCHE</a:t>
            </a:r>
          </a:p>
        </p:txBody>
      </p:sp>
    </p:spTree>
    <p:extLst>
      <p:ext uri="{BB962C8B-B14F-4D97-AF65-F5344CB8AC3E}">
        <p14:creationId xmlns:p14="http://schemas.microsoft.com/office/powerpoint/2010/main" val="3064658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73B2B4-32C4-14C5-FF91-94F04B022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007B6-D416-DCF6-D651-555755EE5279}"/>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SWEDISH MACHINES</a:t>
            </a:r>
          </a:p>
        </p:txBody>
      </p:sp>
      <p:pic>
        <p:nvPicPr>
          <p:cNvPr id="5" name="Picture 4" descr="A parking lot with cars and a building in the background&#10;&#10;Description automatically generated">
            <a:extLst>
              <a:ext uri="{FF2B5EF4-FFF2-40B4-BE49-F238E27FC236}">
                <a16:creationId xmlns:a16="http://schemas.microsoft.com/office/drawing/2014/main" id="{79DB57C2-2FF1-F209-3C63-7EE881BE3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69" y="1798995"/>
            <a:ext cx="3027529" cy="3027529"/>
          </a:xfrm>
          <a:prstGeom prst="rect">
            <a:avLst/>
          </a:prstGeom>
        </p:spPr>
      </p:pic>
      <p:pic>
        <p:nvPicPr>
          <p:cNvPr id="7" name="Picture 6" descr="A house with a dirt road and grass&#10;&#10;Description automatically generated">
            <a:extLst>
              <a:ext uri="{FF2B5EF4-FFF2-40B4-BE49-F238E27FC236}">
                <a16:creationId xmlns:a16="http://schemas.microsoft.com/office/drawing/2014/main" id="{535C61CD-AED6-1CAD-5248-DF7D4B92E8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2569" y="1798995"/>
            <a:ext cx="4691926" cy="3027529"/>
          </a:xfrm>
          <a:prstGeom prst="rect">
            <a:avLst/>
          </a:prstGeom>
        </p:spPr>
      </p:pic>
      <p:pic>
        <p:nvPicPr>
          <p:cNvPr id="9" name="Picture 8" descr="A group of cars parked in front of a large building&#10;&#10;Description automatically generated">
            <a:extLst>
              <a:ext uri="{FF2B5EF4-FFF2-40B4-BE49-F238E27FC236}">
                <a16:creationId xmlns:a16="http://schemas.microsoft.com/office/drawing/2014/main" id="{03294493-1982-6BC5-AF1F-4AA8BB0554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5766" y="1798995"/>
            <a:ext cx="3027530" cy="3027530"/>
          </a:xfrm>
          <a:prstGeom prst="rect">
            <a:avLst/>
          </a:prstGeom>
        </p:spPr>
      </p:pic>
    </p:spTree>
    <p:extLst>
      <p:ext uri="{BB962C8B-B14F-4D97-AF65-F5344CB8AC3E}">
        <p14:creationId xmlns:p14="http://schemas.microsoft.com/office/powerpoint/2010/main" val="3709755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descr="People sitting on a stage with speakers&#10;&#10;Description automatically generated">
            <a:extLst>
              <a:ext uri="{FF2B5EF4-FFF2-40B4-BE49-F238E27FC236}">
                <a16:creationId xmlns:a16="http://schemas.microsoft.com/office/drawing/2014/main" id="{166F44FD-B73F-D11C-88CB-552E2AD78D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759" y="0"/>
            <a:ext cx="11842482" cy="6858000"/>
          </a:xfrm>
          <a:prstGeom prst="rect">
            <a:avLst/>
          </a:prstGeom>
        </p:spPr>
      </p:pic>
    </p:spTree>
    <p:extLst>
      <p:ext uri="{BB962C8B-B14F-4D97-AF65-F5344CB8AC3E}">
        <p14:creationId xmlns:p14="http://schemas.microsoft.com/office/powerpoint/2010/main" val="2174963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7E6E092-D570-C87B-86A6-A829BF0D2AE6}"/>
            </a:ext>
          </a:extLst>
        </p:cNvPr>
        <p:cNvGrpSpPr/>
        <p:nvPr/>
      </p:nvGrpSpPr>
      <p:grpSpPr>
        <a:xfrm>
          <a:off x="0" y="0"/>
          <a:ext cx="0" cy="0"/>
          <a:chOff x="0" y="0"/>
          <a:chExt cx="0" cy="0"/>
        </a:xfrm>
      </p:grpSpPr>
      <p:pic>
        <p:nvPicPr>
          <p:cNvPr id="3" name="Picture 2" descr="A road with cars parked on it&#10;&#10;Description automatically generated">
            <a:extLst>
              <a:ext uri="{FF2B5EF4-FFF2-40B4-BE49-F238E27FC236}">
                <a16:creationId xmlns:a16="http://schemas.microsoft.com/office/drawing/2014/main" id="{C9D742F7-2BF6-8260-FB38-DE3C177EB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418"/>
            <a:ext cx="12192000" cy="6837164"/>
          </a:xfrm>
          <a:prstGeom prst="rect">
            <a:avLst/>
          </a:prstGeom>
        </p:spPr>
      </p:pic>
    </p:spTree>
    <p:extLst>
      <p:ext uri="{BB962C8B-B14F-4D97-AF65-F5344CB8AC3E}">
        <p14:creationId xmlns:p14="http://schemas.microsoft.com/office/powerpoint/2010/main" val="3236166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9A60C3F-DF05-6F0E-EDAA-F6B6579DB5C4}"/>
            </a:ext>
          </a:extLst>
        </p:cNvPr>
        <p:cNvGrpSpPr/>
        <p:nvPr/>
      </p:nvGrpSpPr>
      <p:grpSpPr>
        <a:xfrm>
          <a:off x="0" y="0"/>
          <a:ext cx="0" cy="0"/>
          <a:chOff x="0" y="0"/>
          <a:chExt cx="0" cy="0"/>
        </a:xfrm>
      </p:grpSpPr>
      <p:pic>
        <p:nvPicPr>
          <p:cNvPr id="4" name="Picture 3" descr="A large ship in the desert&#10;&#10;Description automatically generated">
            <a:extLst>
              <a:ext uri="{FF2B5EF4-FFF2-40B4-BE49-F238E27FC236}">
                <a16:creationId xmlns:a16="http://schemas.microsoft.com/office/drawing/2014/main" id="{810438C1-4AC7-6E60-0B4F-D1AC57D7B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3578"/>
            <a:ext cx="12192000" cy="6750844"/>
          </a:xfrm>
          <a:prstGeom prst="rect">
            <a:avLst/>
          </a:prstGeom>
        </p:spPr>
      </p:pic>
    </p:spTree>
    <p:extLst>
      <p:ext uri="{BB962C8B-B14F-4D97-AF65-F5344CB8AC3E}">
        <p14:creationId xmlns:p14="http://schemas.microsoft.com/office/powerpoint/2010/main" val="3029691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FB9040-3D3A-FD36-7FC8-DBE3AB8F34BA}"/>
            </a:ext>
          </a:extLst>
        </p:cNvPr>
        <p:cNvGrpSpPr/>
        <p:nvPr/>
      </p:nvGrpSpPr>
      <p:grpSpPr>
        <a:xfrm>
          <a:off x="0" y="0"/>
          <a:ext cx="0" cy="0"/>
          <a:chOff x="0" y="0"/>
          <a:chExt cx="0" cy="0"/>
        </a:xfrm>
      </p:grpSpPr>
      <p:pic>
        <p:nvPicPr>
          <p:cNvPr id="3" name="Picture 2" descr="A black screen with white text&#10;&#10;Description automatically generated">
            <a:hlinkClick r:id="rId3"/>
            <a:extLst>
              <a:ext uri="{FF2B5EF4-FFF2-40B4-BE49-F238E27FC236}">
                <a16:creationId xmlns:a16="http://schemas.microsoft.com/office/drawing/2014/main" id="{1C90CCC0-F7B1-C34A-8B5B-4528F330B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061" y="637020"/>
            <a:ext cx="10295878" cy="5292725"/>
          </a:xfrm>
          <a:prstGeom prst="rect">
            <a:avLst/>
          </a:prstGeom>
        </p:spPr>
      </p:pic>
    </p:spTree>
    <p:extLst>
      <p:ext uri="{BB962C8B-B14F-4D97-AF65-F5344CB8AC3E}">
        <p14:creationId xmlns:p14="http://schemas.microsoft.com/office/powerpoint/2010/main" val="2365479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E6541F2-2BB8-6283-6F21-12E096FF2B1E}"/>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D7162203-B6BC-E141-8446-3D0C7D340D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04623"/>
            <a:ext cx="12192000" cy="1848754"/>
          </a:xfrm>
          <a:prstGeom prst="rect">
            <a:avLst/>
          </a:prstGeom>
        </p:spPr>
      </p:pic>
    </p:spTree>
    <p:extLst>
      <p:ext uri="{BB962C8B-B14F-4D97-AF65-F5344CB8AC3E}">
        <p14:creationId xmlns:p14="http://schemas.microsoft.com/office/powerpoint/2010/main" val="4154195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2D8A7C-2462-3660-698D-62BDAD8F2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1A607-0DEE-6F08-584C-9B6EC08BAF72}"/>
              </a:ext>
            </a:extLst>
          </p:cNvPr>
          <p:cNvSpPr>
            <a:spLocks noGrp="1"/>
          </p:cNvSpPr>
          <p:nvPr>
            <p:ph type="title"/>
          </p:nvPr>
        </p:nvSpPr>
        <p:spPr>
          <a:xfrm>
            <a:off x="838200" y="0"/>
            <a:ext cx="10515600" cy="1325563"/>
          </a:xfrm>
        </p:spPr>
        <p:txBody>
          <a:bodyPr>
            <a:normAutofit/>
          </a:bodyPr>
          <a:lstStyle/>
          <a:p>
            <a:pPr algn="ctr"/>
            <a:r>
              <a:rPr lang="nl-BE" sz="4000" dirty="0">
                <a:solidFill>
                  <a:schemeClr val="bg2">
                    <a:lumMod val="90000"/>
                  </a:schemeClr>
                </a:solidFill>
                <a:latin typeface="Aldrich" panose="02000000000000000000" pitchFamily="2" charset="0"/>
              </a:rPr>
              <a:t>SIMON STÅLENHAG </a:t>
            </a:r>
          </a:p>
        </p:txBody>
      </p:sp>
      <p:sp>
        <p:nvSpPr>
          <p:cNvPr id="6" name="TextBox 5">
            <a:extLst>
              <a:ext uri="{FF2B5EF4-FFF2-40B4-BE49-F238E27FC236}">
                <a16:creationId xmlns:a16="http://schemas.microsoft.com/office/drawing/2014/main" id="{F925B1BB-B210-31F9-0196-193C82A061F7}"/>
              </a:ext>
            </a:extLst>
          </p:cNvPr>
          <p:cNvSpPr txBox="1"/>
          <p:nvPr/>
        </p:nvSpPr>
        <p:spPr>
          <a:xfrm>
            <a:off x="4346300" y="1534863"/>
            <a:ext cx="3356828" cy="369332"/>
          </a:xfrm>
          <a:prstGeom prst="rect">
            <a:avLst/>
          </a:prstGeom>
          <a:noFill/>
        </p:spPr>
        <p:txBody>
          <a:bodyPr wrap="square" rtlCol="0">
            <a:spAutoFit/>
          </a:bodyPr>
          <a:lstStyle/>
          <a:p>
            <a:pPr algn="ctr"/>
            <a:r>
              <a:rPr lang="nl-BE" b="1" dirty="0">
                <a:solidFill>
                  <a:schemeClr val="bg2">
                    <a:lumMod val="90000"/>
                  </a:schemeClr>
                </a:solidFill>
                <a:latin typeface="Aldrich" panose="02000000000000000000" pitchFamily="2" charset="0"/>
              </a:rPr>
              <a:t>Website</a:t>
            </a:r>
          </a:p>
        </p:txBody>
      </p:sp>
      <p:pic>
        <p:nvPicPr>
          <p:cNvPr id="4" name="Picture 3" descr="A qr code on a white background&#10;&#10;AI-generated content may be incorrect.">
            <a:extLst>
              <a:ext uri="{FF2B5EF4-FFF2-40B4-BE49-F238E27FC236}">
                <a16:creationId xmlns:a16="http://schemas.microsoft.com/office/drawing/2014/main" id="{7537BF8E-37B2-10A3-A6F7-E36900BAA8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551" y="1977551"/>
            <a:ext cx="2902898" cy="2902898"/>
          </a:xfrm>
          <a:prstGeom prst="rect">
            <a:avLst/>
          </a:prstGeom>
        </p:spPr>
      </p:pic>
    </p:spTree>
    <p:extLst>
      <p:ext uri="{BB962C8B-B14F-4D97-AF65-F5344CB8AC3E}">
        <p14:creationId xmlns:p14="http://schemas.microsoft.com/office/powerpoint/2010/main" val="3922919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9998F2C-1063-EC6A-6116-F505BC9182E6}"/>
            </a:ext>
          </a:extLst>
        </p:cNvPr>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57D0138E-83D8-C56F-6DDE-E362BE633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51786"/>
            <a:ext cx="12192000" cy="3954427"/>
          </a:xfrm>
          <a:prstGeom prst="rect">
            <a:avLst/>
          </a:prstGeom>
        </p:spPr>
      </p:pic>
    </p:spTree>
    <p:extLst>
      <p:ext uri="{BB962C8B-B14F-4D97-AF65-F5344CB8AC3E}">
        <p14:creationId xmlns:p14="http://schemas.microsoft.com/office/powerpoint/2010/main" val="267590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TotalTime>
  <Words>704</Words>
  <Application>Microsoft Office PowerPoint</Application>
  <PresentationFormat>Widescreen</PresentationFormat>
  <Paragraphs>73</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Aldrich</vt:lpstr>
      <vt:lpstr>Aptos</vt:lpstr>
      <vt:lpstr>Aptos Display</vt:lpstr>
      <vt:lpstr>Arial</vt:lpstr>
      <vt:lpstr>Office Theme</vt:lpstr>
      <vt:lpstr>SIMON STÅLENHAG </vt:lpstr>
      <vt:lpstr>SIMON STÅLENHAG </vt:lpstr>
      <vt:lpstr>SIMON STÅLENHAG </vt:lpstr>
      <vt:lpstr>SIMON STÅLENHAG </vt:lpstr>
      <vt:lpstr>SIMON STÅLENHAG </vt:lpstr>
      <vt:lpstr>PowerPoint Presentation</vt:lpstr>
      <vt:lpstr>SIMON STÅLENHAG  X  SETH VAN DEN BOSSCHE</vt:lpstr>
      <vt:lpstr>SWEDISH MACHINES</vt:lpstr>
      <vt:lpstr>PowerPoint Presentation</vt:lpstr>
      <vt:lpstr>PowerPoint Presentation</vt:lpstr>
      <vt:lpstr>PowerPoint Presentation</vt:lpstr>
      <vt:lpstr>PowerPoint Presentation</vt:lpstr>
      <vt:lpstr>PowerPoint Presentation</vt:lpstr>
      <vt:lpstr>SIMON STÅLENHAG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 Van den Bossche</dc:creator>
  <cp:lastModifiedBy>Seth Van den Bossche</cp:lastModifiedBy>
  <cp:revision>29</cp:revision>
  <dcterms:created xsi:type="dcterms:W3CDTF">2025-01-16T20:02:42Z</dcterms:created>
  <dcterms:modified xsi:type="dcterms:W3CDTF">2025-04-29T21:25:13Z</dcterms:modified>
</cp:coreProperties>
</file>